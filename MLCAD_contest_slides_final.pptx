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1" r:id="rId1"/>
    <p:sldMasterId id="2147483702" r:id="rId2"/>
  </p:sldMasterIdLst>
  <p:notesMasterIdLst>
    <p:notesMasterId r:id="rId43"/>
  </p:notesMasterIdLst>
  <p:sldIdLst>
    <p:sldId id="256" r:id="rId3"/>
    <p:sldId id="300" r:id="rId4"/>
    <p:sldId id="331" r:id="rId5"/>
    <p:sldId id="338" r:id="rId6"/>
    <p:sldId id="302" r:id="rId7"/>
    <p:sldId id="330" r:id="rId8"/>
    <p:sldId id="305" r:id="rId9"/>
    <p:sldId id="333" r:id="rId10"/>
    <p:sldId id="304" r:id="rId11"/>
    <p:sldId id="329" r:id="rId12"/>
    <p:sldId id="351" r:id="rId13"/>
    <p:sldId id="334" r:id="rId14"/>
    <p:sldId id="310" r:id="rId15"/>
    <p:sldId id="311" r:id="rId16"/>
    <p:sldId id="335" r:id="rId17"/>
    <p:sldId id="307" r:id="rId18"/>
    <p:sldId id="308" r:id="rId19"/>
    <p:sldId id="336" r:id="rId20"/>
    <p:sldId id="314" r:id="rId21"/>
    <p:sldId id="320" r:id="rId22"/>
    <p:sldId id="342" r:id="rId23"/>
    <p:sldId id="343" r:id="rId24"/>
    <p:sldId id="344" r:id="rId25"/>
    <p:sldId id="348" r:id="rId26"/>
    <p:sldId id="345" r:id="rId27"/>
    <p:sldId id="349" r:id="rId28"/>
    <p:sldId id="347" r:id="rId29"/>
    <p:sldId id="350" r:id="rId30"/>
    <p:sldId id="356" r:id="rId31"/>
    <p:sldId id="353" r:id="rId32"/>
    <p:sldId id="354" r:id="rId33"/>
    <p:sldId id="355" r:id="rId34"/>
    <p:sldId id="339" r:id="rId35"/>
    <p:sldId id="340" r:id="rId36"/>
    <p:sldId id="317" r:id="rId37"/>
    <p:sldId id="319" r:id="rId38"/>
    <p:sldId id="318" r:id="rId39"/>
    <p:sldId id="301" r:id="rId40"/>
    <p:sldId id="346" r:id="rId41"/>
    <p:sldId id="352" r:id="rId4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BE20"/>
    <a:srgbClr val="F3C8D6"/>
    <a:srgbClr val="E5F7CF"/>
    <a:srgbClr val="FCC62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07F220-2CC9-4EE4-8964-709B62FCED55}" v="11" dt="2025-09-10T17:18:54.296"/>
  </p1510:revLst>
</p1510:revInfo>
</file>

<file path=ppt/tableStyles.xml><?xml version="1.0" encoding="utf-8"?>
<a:tblStyleLst xmlns:a="http://schemas.openxmlformats.org/drawingml/2006/main" def="{120689D0-9147-4A1C-99F4-CA74DEAAB193}">
  <a:tblStyle styleId="{120689D0-9147-4A1C-99F4-CA74DEAAB19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24" autoAdjust="0"/>
    <p:restoredTop sz="72549" autoAdjust="0"/>
  </p:normalViewPr>
  <p:slideViewPr>
    <p:cSldViewPr snapToGrid="0">
      <p:cViewPr varScale="1">
        <p:scale>
          <a:sx n="74" d="100"/>
          <a:sy n="74" d="100"/>
        </p:scale>
        <p:origin x="8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ram Gopalakrishnan" userId="65ac8b614915f0d1" providerId="LiveId" clId="{171BB317-D027-46EF-9B8C-993FABC8B09F}"/>
    <pc:docChg chg="undo redo custSel addSld delSld modSld sldOrd">
      <pc:chgData name="Vikram Gopalakrishnan" userId="65ac8b614915f0d1" providerId="LiveId" clId="{171BB317-D027-46EF-9B8C-993FABC8B09F}" dt="2025-09-10T17:19:14.410" v="24214" actId="403"/>
      <pc:docMkLst>
        <pc:docMk/>
      </pc:docMkLst>
      <pc:sldChg chg="modSp mod modNotesTx">
        <pc:chgData name="Vikram Gopalakrishnan" userId="65ac8b614915f0d1" providerId="LiveId" clId="{171BB317-D027-46EF-9B8C-993FABC8B09F}" dt="2025-09-09T00:10:43.240" v="14966" actId="313"/>
        <pc:sldMkLst>
          <pc:docMk/>
          <pc:sldMk cId="0" sldId="256"/>
        </pc:sldMkLst>
        <pc:spChg chg="mod">
          <ac:chgData name="Vikram Gopalakrishnan" userId="65ac8b614915f0d1" providerId="LiveId" clId="{171BB317-D027-46EF-9B8C-993FABC8B09F}" dt="2025-09-04T00:26:01.563" v="27" actId="20577"/>
          <ac:spMkLst>
            <pc:docMk/>
            <pc:sldMk cId="0" sldId="256"/>
            <ac:spMk id="201" creationId="{00000000-0000-0000-0000-000000000000}"/>
          </ac:spMkLst>
        </pc:spChg>
        <pc:spChg chg="mod">
          <ac:chgData name="Vikram Gopalakrishnan" userId="65ac8b614915f0d1" providerId="LiveId" clId="{171BB317-D027-46EF-9B8C-993FABC8B09F}" dt="2025-09-07T23:10:17.413" v="8726" actId="207"/>
          <ac:spMkLst>
            <pc:docMk/>
            <pc:sldMk cId="0" sldId="256"/>
            <ac:spMk id="203" creationId="{00000000-0000-0000-0000-000000000000}"/>
          </ac:spMkLst>
        </pc:spChg>
      </pc:sldChg>
      <pc:sldChg chg="modSp mod modNotesTx">
        <pc:chgData name="Vikram Gopalakrishnan" userId="65ac8b614915f0d1" providerId="LiveId" clId="{171BB317-D027-46EF-9B8C-993FABC8B09F}" dt="2025-09-07T21:19:14.730" v="5283" actId="20577"/>
        <pc:sldMkLst>
          <pc:docMk/>
          <pc:sldMk cId="1646858391" sldId="300"/>
        </pc:sldMkLst>
        <pc:spChg chg="mod">
          <ac:chgData name="Vikram Gopalakrishnan" userId="65ac8b614915f0d1" providerId="LiveId" clId="{171BB317-D027-46EF-9B8C-993FABC8B09F}" dt="2025-09-04T00:43:03.802" v="99" actId="2710"/>
          <ac:spMkLst>
            <pc:docMk/>
            <pc:sldMk cId="1646858391" sldId="300"/>
            <ac:spMk id="3" creationId="{55E1545B-E209-EF92-DD08-E2DA858EDDBB}"/>
          </ac:spMkLst>
        </pc:spChg>
      </pc:sldChg>
      <pc:sldChg chg="addSp delSp modSp mod ord modNotesTx">
        <pc:chgData name="Vikram Gopalakrishnan" userId="65ac8b614915f0d1" providerId="LiveId" clId="{171BB317-D027-46EF-9B8C-993FABC8B09F}" dt="2025-09-04T02:33:51.344" v="1615"/>
        <pc:sldMkLst>
          <pc:docMk/>
          <pc:sldMk cId="4010040103" sldId="301"/>
        </pc:sldMkLst>
        <pc:spChg chg="mod">
          <ac:chgData name="Vikram Gopalakrishnan" userId="65ac8b614915f0d1" providerId="LiveId" clId="{171BB317-D027-46EF-9B8C-993FABC8B09F}" dt="2025-09-04T00:56:27.977" v="214" actId="5793"/>
          <ac:spMkLst>
            <pc:docMk/>
            <pc:sldMk cId="4010040103" sldId="301"/>
            <ac:spMk id="3" creationId="{F6C4A972-E26E-A92B-03CF-F3E854FFBCC5}"/>
          </ac:spMkLst>
        </pc:spChg>
        <pc:spChg chg="mod">
          <ac:chgData name="Vikram Gopalakrishnan" userId="65ac8b614915f0d1" providerId="LiveId" clId="{171BB317-D027-46EF-9B8C-993FABC8B09F}" dt="2025-09-04T00:51:48.806" v="113" actId="1076"/>
          <ac:spMkLst>
            <pc:docMk/>
            <pc:sldMk cId="4010040103" sldId="301"/>
            <ac:spMk id="7" creationId="{1569A5AD-D885-C168-7C98-A2A2E47F4276}"/>
          </ac:spMkLst>
        </pc:spChg>
        <pc:spChg chg="mod">
          <ac:chgData name="Vikram Gopalakrishnan" userId="65ac8b614915f0d1" providerId="LiveId" clId="{171BB317-D027-46EF-9B8C-993FABC8B09F}" dt="2025-09-04T00:51:48.806" v="113" actId="1076"/>
          <ac:spMkLst>
            <pc:docMk/>
            <pc:sldMk cId="4010040103" sldId="301"/>
            <ac:spMk id="8" creationId="{3245E0B5-159D-D47B-0465-425B29B0352B}"/>
          </ac:spMkLst>
        </pc:spChg>
        <pc:spChg chg="mod">
          <ac:chgData name="Vikram Gopalakrishnan" userId="65ac8b614915f0d1" providerId="LiveId" clId="{171BB317-D027-46EF-9B8C-993FABC8B09F}" dt="2025-09-04T00:51:48.806" v="113" actId="1076"/>
          <ac:spMkLst>
            <pc:docMk/>
            <pc:sldMk cId="4010040103" sldId="301"/>
            <ac:spMk id="9" creationId="{4EB4E2C5-3660-835E-E7FB-32D7F24D0D77}"/>
          </ac:spMkLst>
        </pc:spChg>
        <pc:spChg chg="add mod">
          <ac:chgData name="Vikram Gopalakrishnan" userId="65ac8b614915f0d1" providerId="LiveId" clId="{171BB317-D027-46EF-9B8C-993FABC8B09F}" dt="2025-09-04T00:52:23.426" v="155" actId="1076"/>
          <ac:spMkLst>
            <pc:docMk/>
            <pc:sldMk cId="4010040103" sldId="301"/>
            <ac:spMk id="10" creationId="{2BA5A951-92F6-5B06-12ED-98C3B5C12DFF}"/>
          </ac:spMkLst>
        </pc:spChg>
        <pc:spChg chg="add mod">
          <ac:chgData name="Vikram Gopalakrishnan" userId="65ac8b614915f0d1" providerId="LiveId" clId="{171BB317-D027-46EF-9B8C-993FABC8B09F}" dt="2025-09-04T00:52:06.216" v="153" actId="1035"/>
          <ac:spMkLst>
            <pc:docMk/>
            <pc:sldMk cId="4010040103" sldId="301"/>
            <ac:spMk id="11" creationId="{CC523F6F-E04B-AAFD-55D1-842E1ECD595D}"/>
          </ac:spMkLst>
        </pc:spChg>
        <pc:spChg chg="mod">
          <ac:chgData name="Vikram Gopalakrishnan" userId="65ac8b614915f0d1" providerId="LiveId" clId="{171BB317-D027-46EF-9B8C-993FABC8B09F}" dt="2025-09-04T00:50:57.528" v="104"/>
          <ac:spMkLst>
            <pc:docMk/>
            <pc:sldMk cId="4010040103" sldId="301"/>
            <ac:spMk id="237" creationId="{5CFD6231-BD4F-8C9F-EBB5-A53D51178732}"/>
          </ac:spMkLst>
        </pc:spChg>
        <pc:grpChg chg="add mod">
          <ac:chgData name="Vikram Gopalakrishnan" userId="65ac8b614915f0d1" providerId="LiveId" clId="{171BB317-D027-46EF-9B8C-993FABC8B09F}" dt="2025-09-04T00:51:48.806" v="113" actId="1076"/>
          <ac:grpSpMkLst>
            <pc:docMk/>
            <pc:sldMk cId="4010040103" sldId="301"/>
            <ac:grpSpMk id="4" creationId="{0118EEF3-773E-1E50-1DD0-D78B74D1A47E}"/>
          </ac:grpSpMkLst>
        </pc:grpChg>
        <pc:picChg chg="mod">
          <ac:chgData name="Vikram Gopalakrishnan" userId="65ac8b614915f0d1" providerId="LiveId" clId="{171BB317-D027-46EF-9B8C-993FABC8B09F}" dt="2025-09-04T00:51:48.806" v="113" actId="1076"/>
          <ac:picMkLst>
            <pc:docMk/>
            <pc:sldMk cId="4010040103" sldId="301"/>
            <ac:picMk id="5" creationId="{2117B6E7-0838-94F6-5265-CE800F0F9682}"/>
          </ac:picMkLst>
        </pc:picChg>
        <pc:picChg chg="mod">
          <ac:chgData name="Vikram Gopalakrishnan" userId="65ac8b614915f0d1" providerId="LiveId" clId="{171BB317-D027-46EF-9B8C-993FABC8B09F}" dt="2025-09-04T00:51:48.806" v="113" actId="1076"/>
          <ac:picMkLst>
            <pc:docMk/>
            <pc:sldMk cId="4010040103" sldId="301"/>
            <ac:picMk id="6" creationId="{BAF23C5A-63BC-366D-2B31-975159D6D984}"/>
          </ac:picMkLst>
        </pc:picChg>
        <pc:cxnChg chg="add mod">
          <ac:chgData name="Vikram Gopalakrishnan" userId="65ac8b614915f0d1" providerId="LiveId" clId="{171BB317-D027-46EF-9B8C-993FABC8B09F}" dt="2025-09-04T00:52:20.318" v="154" actId="1076"/>
          <ac:cxnSpMkLst>
            <pc:docMk/>
            <pc:sldMk cId="4010040103" sldId="301"/>
            <ac:cxnSpMk id="12" creationId="{34050015-8A03-EB27-6BD3-47E1A35966F0}"/>
          </ac:cxnSpMkLst>
        </pc:cxnChg>
        <pc:cxnChg chg="add mod">
          <ac:chgData name="Vikram Gopalakrishnan" userId="65ac8b614915f0d1" providerId="LiveId" clId="{171BB317-D027-46EF-9B8C-993FABC8B09F}" dt="2025-09-04T00:52:06.216" v="153" actId="1035"/>
          <ac:cxnSpMkLst>
            <pc:docMk/>
            <pc:sldMk cId="4010040103" sldId="301"/>
            <ac:cxnSpMk id="13" creationId="{3D0D8F1F-396F-AE7C-9902-552DB43A7FAB}"/>
          </ac:cxnSpMkLst>
        </pc:cxnChg>
      </pc:sldChg>
      <pc:sldChg chg="addSp delSp modSp mod modAnim modNotesTx">
        <pc:chgData name="Vikram Gopalakrishnan" userId="65ac8b614915f0d1" providerId="LiveId" clId="{171BB317-D027-46EF-9B8C-993FABC8B09F}" dt="2025-09-10T07:11:59.390" v="23916" actId="20577"/>
        <pc:sldMkLst>
          <pc:docMk/>
          <pc:sldMk cId="573676742" sldId="302"/>
        </pc:sldMkLst>
        <pc:spChg chg="mod">
          <ac:chgData name="Vikram Gopalakrishnan" userId="65ac8b614915f0d1" providerId="LiveId" clId="{171BB317-D027-46EF-9B8C-993FABC8B09F}" dt="2025-09-07T21:41:49.403" v="6764" actId="20577"/>
          <ac:spMkLst>
            <pc:docMk/>
            <pc:sldMk cId="573676742" sldId="302"/>
            <ac:spMk id="3" creationId="{5342E398-1F1F-D63B-1819-F65F2E87BB8B}"/>
          </ac:spMkLst>
        </pc:spChg>
        <pc:spChg chg="mod">
          <ac:chgData name="Vikram Gopalakrishnan" userId="65ac8b614915f0d1" providerId="LiveId" clId="{171BB317-D027-46EF-9B8C-993FABC8B09F}" dt="2025-09-04T01:52:51.006" v="530" actId="20577"/>
          <ac:spMkLst>
            <pc:docMk/>
            <pc:sldMk cId="573676742" sldId="302"/>
            <ac:spMk id="237" creationId="{571AA2A3-20D2-FFF5-480B-17B3F3513937}"/>
          </ac:spMkLst>
        </pc:spChg>
        <pc:picChg chg="add mod modCrop">
          <ac:chgData name="Vikram Gopalakrishnan" userId="65ac8b614915f0d1" providerId="LiveId" clId="{171BB317-D027-46EF-9B8C-993FABC8B09F}" dt="2025-09-08T23:14:25.061" v="12785" actId="732"/>
          <ac:picMkLst>
            <pc:docMk/>
            <pc:sldMk cId="573676742" sldId="302"/>
            <ac:picMk id="2" creationId="{F38E0EB6-9684-4669-0EAB-FE71FDC984D9}"/>
          </ac:picMkLst>
        </pc:picChg>
        <pc:picChg chg="add mod modCrop">
          <ac:chgData name="Vikram Gopalakrishnan" userId="65ac8b614915f0d1" providerId="LiveId" clId="{171BB317-D027-46EF-9B8C-993FABC8B09F}" dt="2025-09-08T23:14:05.299" v="12782" actId="732"/>
          <ac:picMkLst>
            <pc:docMk/>
            <pc:sldMk cId="573676742" sldId="302"/>
            <ac:picMk id="4" creationId="{93FABC21-8AA7-8E1D-1488-667BEDAE25BB}"/>
          </ac:picMkLst>
        </pc:picChg>
        <pc:picChg chg="add mod modCrop">
          <ac:chgData name="Vikram Gopalakrishnan" userId="65ac8b614915f0d1" providerId="LiveId" clId="{171BB317-D027-46EF-9B8C-993FABC8B09F}" dt="2025-09-08T23:14:15.449" v="12784" actId="732"/>
          <ac:picMkLst>
            <pc:docMk/>
            <pc:sldMk cId="573676742" sldId="302"/>
            <ac:picMk id="5" creationId="{AB57A503-8AB1-1913-C242-98E4C53B14EF}"/>
          </ac:picMkLst>
        </pc:picChg>
        <pc:picChg chg="add mod modCrop">
          <ac:chgData name="Vikram Gopalakrishnan" userId="65ac8b614915f0d1" providerId="LiveId" clId="{171BB317-D027-46EF-9B8C-993FABC8B09F}" dt="2025-09-08T23:14:37.706" v="12788" actId="732"/>
          <ac:picMkLst>
            <pc:docMk/>
            <pc:sldMk cId="573676742" sldId="302"/>
            <ac:picMk id="6" creationId="{4811301F-652E-B1A0-5A2B-0550C92370C0}"/>
          </ac:picMkLst>
        </pc:picChg>
        <pc:picChg chg="add mod modCrop">
          <ac:chgData name="Vikram Gopalakrishnan" userId="65ac8b614915f0d1" providerId="LiveId" clId="{171BB317-D027-46EF-9B8C-993FABC8B09F}" dt="2025-09-08T23:14:45.937" v="12790" actId="732"/>
          <ac:picMkLst>
            <pc:docMk/>
            <pc:sldMk cId="573676742" sldId="302"/>
            <ac:picMk id="7" creationId="{C6572A59-30D8-98E2-9C45-DF41862E45DD}"/>
          </ac:picMkLst>
        </pc:picChg>
      </pc:sldChg>
      <pc:sldChg chg="modSp mod modNotesTx">
        <pc:chgData name="Vikram Gopalakrishnan" userId="65ac8b614915f0d1" providerId="LiveId" clId="{171BB317-D027-46EF-9B8C-993FABC8B09F}" dt="2025-09-09T00:31:27.712" v="15478" actId="20577"/>
        <pc:sldMkLst>
          <pc:docMk/>
          <pc:sldMk cId="2218695544" sldId="304"/>
        </pc:sldMkLst>
        <pc:spChg chg="mod">
          <ac:chgData name="Vikram Gopalakrishnan" userId="65ac8b614915f0d1" providerId="LiveId" clId="{171BB317-D027-46EF-9B8C-993FABC8B09F}" dt="2025-09-04T02:42:43.115" v="2011" actId="113"/>
          <ac:spMkLst>
            <pc:docMk/>
            <pc:sldMk cId="2218695544" sldId="304"/>
            <ac:spMk id="3" creationId="{541A04D2-C083-0400-7686-8C5ED2AD4454}"/>
          </ac:spMkLst>
        </pc:spChg>
        <pc:spChg chg="mod">
          <ac:chgData name="Vikram Gopalakrishnan" userId="65ac8b614915f0d1" providerId="LiveId" clId="{171BB317-D027-46EF-9B8C-993FABC8B09F}" dt="2025-09-04T01:57:13.464" v="848" actId="20577"/>
          <ac:spMkLst>
            <pc:docMk/>
            <pc:sldMk cId="2218695544" sldId="304"/>
            <ac:spMk id="237" creationId="{E8BD4222-2FF6-2713-DE8B-8E700602B7EF}"/>
          </ac:spMkLst>
        </pc:spChg>
      </pc:sldChg>
      <pc:sldChg chg="addSp modSp add mod modAnim modNotesTx">
        <pc:chgData name="Vikram Gopalakrishnan" userId="65ac8b614915f0d1" providerId="LiveId" clId="{171BB317-D027-46EF-9B8C-993FABC8B09F}" dt="2025-09-10T07:13:26.695" v="23928" actId="20577"/>
        <pc:sldMkLst>
          <pc:docMk/>
          <pc:sldMk cId="2672973359" sldId="305"/>
        </pc:sldMkLst>
        <pc:spChg chg="mod">
          <ac:chgData name="Vikram Gopalakrishnan" userId="65ac8b614915f0d1" providerId="LiveId" clId="{171BB317-D027-46EF-9B8C-993FABC8B09F}" dt="2025-09-08T23:23:59.363" v="13135" actId="20577"/>
          <ac:spMkLst>
            <pc:docMk/>
            <pc:sldMk cId="2672973359" sldId="305"/>
            <ac:spMk id="3" creationId="{30BA37E5-1A38-5F1E-FC68-170FA835CBCA}"/>
          </ac:spMkLst>
        </pc:spChg>
        <pc:spChg chg="mod">
          <ac:chgData name="Vikram Gopalakrishnan" userId="65ac8b614915f0d1" providerId="LiveId" clId="{171BB317-D027-46EF-9B8C-993FABC8B09F}" dt="2025-09-09T00:28:56.127" v="15154" actId="6549"/>
          <ac:spMkLst>
            <pc:docMk/>
            <pc:sldMk cId="2672973359" sldId="305"/>
            <ac:spMk id="237" creationId="{9F04095E-48AD-A672-0DC7-8AD3985DB058}"/>
          </ac:spMkLst>
        </pc:spChg>
        <pc:picChg chg="add mod">
          <ac:chgData name="Vikram Gopalakrishnan" userId="65ac8b614915f0d1" providerId="LiveId" clId="{171BB317-D027-46EF-9B8C-993FABC8B09F}" dt="2025-09-07T03:29:25.495" v="3733" actId="1037"/>
          <ac:picMkLst>
            <pc:docMk/>
            <pc:sldMk cId="2672973359" sldId="305"/>
            <ac:picMk id="4" creationId="{4DE0256D-5CEE-E959-4568-3A5500D156BC}"/>
          </ac:picMkLst>
        </pc:picChg>
        <pc:picChg chg="add mod modCrop">
          <ac:chgData name="Vikram Gopalakrishnan" userId="65ac8b614915f0d1" providerId="LiveId" clId="{171BB317-D027-46EF-9B8C-993FABC8B09F}" dt="2025-09-07T03:29:25.495" v="3733" actId="1037"/>
          <ac:picMkLst>
            <pc:docMk/>
            <pc:sldMk cId="2672973359" sldId="305"/>
            <ac:picMk id="6" creationId="{727FC879-473B-40F9-23F4-88072C52C33E}"/>
          </ac:picMkLst>
        </pc:picChg>
        <pc:picChg chg="add mod">
          <ac:chgData name="Vikram Gopalakrishnan" userId="65ac8b614915f0d1" providerId="LiveId" clId="{171BB317-D027-46EF-9B8C-993FABC8B09F}" dt="2025-09-07T03:29:13.206" v="3715" actId="1076"/>
          <ac:picMkLst>
            <pc:docMk/>
            <pc:sldMk cId="2672973359" sldId="305"/>
            <ac:picMk id="8" creationId="{B053A32E-D332-CED6-0964-0FD275757C98}"/>
          </ac:picMkLst>
        </pc:picChg>
      </pc:sldChg>
      <pc:sldChg chg="delSp modSp del mod ord delAnim modAnim modNotesTx">
        <pc:chgData name="Vikram Gopalakrishnan" userId="65ac8b614915f0d1" providerId="LiveId" clId="{171BB317-D027-46EF-9B8C-993FABC8B09F}" dt="2025-09-04T02:47:29.222" v="2208" actId="2696"/>
        <pc:sldMkLst>
          <pc:docMk/>
          <pc:sldMk cId="3496512385" sldId="305"/>
        </pc:sldMkLst>
      </pc:sldChg>
      <pc:sldChg chg="del">
        <pc:chgData name="Vikram Gopalakrishnan" userId="65ac8b614915f0d1" providerId="LiveId" clId="{171BB317-D027-46EF-9B8C-993FABC8B09F}" dt="2025-09-04T02:08:34.028" v="1420" actId="47"/>
        <pc:sldMkLst>
          <pc:docMk/>
          <pc:sldMk cId="4123219258" sldId="306"/>
        </pc:sldMkLst>
      </pc:sldChg>
      <pc:sldChg chg="addSp delSp modSp mod modNotesTx">
        <pc:chgData name="Vikram Gopalakrishnan" userId="65ac8b614915f0d1" providerId="LiveId" clId="{171BB317-D027-46EF-9B8C-993FABC8B09F}" dt="2025-09-09T14:07:25.571" v="22387" actId="1076"/>
        <pc:sldMkLst>
          <pc:docMk/>
          <pc:sldMk cId="1628817638" sldId="307"/>
        </pc:sldMkLst>
        <pc:spChg chg="add mod">
          <ac:chgData name="Vikram Gopalakrishnan" userId="65ac8b614915f0d1" providerId="LiveId" clId="{171BB317-D027-46EF-9B8C-993FABC8B09F}" dt="2025-09-07T03:49:35.915" v="4127" actId="1076"/>
          <ac:spMkLst>
            <pc:docMk/>
            <pc:sldMk cId="1628817638" sldId="307"/>
            <ac:spMk id="4" creationId="{7591A869-702E-ED71-9C7A-88CCBFFF355C}"/>
          </ac:spMkLst>
        </pc:spChg>
        <pc:picChg chg="add del mod">
          <ac:chgData name="Vikram Gopalakrishnan" userId="65ac8b614915f0d1" providerId="LiveId" clId="{171BB317-D027-46EF-9B8C-993FABC8B09F}" dt="2025-09-09T02:29:26.695" v="16374" actId="478"/>
          <ac:picMkLst>
            <pc:docMk/>
            <pc:sldMk cId="1628817638" sldId="307"/>
            <ac:picMk id="3" creationId="{E34A39F3-F679-F090-0D51-F4CB457D469B}"/>
          </ac:picMkLst>
        </pc:picChg>
        <pc:picChg chg="add del mod">
          <ac:chgData name="Vikram Gopalakrishnan" userId="65ac8b614915f0d1" providerId="LiveId" clId="{171BB317-D027-46EF-9B8C-993FABC8B09F}" dt="2025-09-09T14:07:16.890" v="22382" actId="478"/>
          <ac:picMkLst>
            <pc:docMk/>
            <pc:sldMk cId="1628817638" sldId="307"/>
            <ac:picMk id="5" creationId="{6D7E9F24-A3DD-8B6C-B870-14814E12439B}"/>
          </ac:picMkLst>
        </pc:picChg>
        <pc:picChg chg="add mod">
          <ac:chgData name="Vikram Gopalakrishnan" userId="65ac8b614915f0d1" providerId="LiveId" clId="{171BB317-D027-46EF-9B8C-993FABC8B09F}" dt="2025-09-09T14:07:25.571" v="22387" actId="1076"/>
          <ac:picMkLst>
            <pc:docMk/>
            <pc:sldMk cId="1628817638" sldId="307"/>
            <ac:picMk id="7" creationId="{1297BED7-E117-F1F3-A49A-85D61B2F2632}"/>
          </ac:picMkLst>
        </pc:picChg>
      </pc:sldChg>
      <pc:sldChg chg="addSp delSp modSp mod modAnim modNotesTx">
        <pc:chgData name="Vikram Gopalakrishnan" userId="65ac8b614915f0d1" providerId="LiveId" clId="{171BB317-D027-46EF-9B8C-993FABC8B09F}" dt="2025-09-10T07:21:50.560" v="23929" actId="6549"/>
        <pc:sldMkLst>
          <pc:docMk/>
          <pc:sldMk cId="3009078731" sldId="308"/>
        </pc:sldMkLst>
        <pc:spChg chg="mod">
          <ac:chgData name="Vikram Gopalakrishnan" userId="65ac8b614915f0d1" providerId="LiveId" clId="{171BB317-D027-46EF-9B8C-993FABC8B09F}" dt="2025-09-07T21:13:52.734" v="4870" actId="1076"/>
          <ac:spMkLst>
            <pc:docMk/>
            <pc:sldMk cId="3009078731" sldId="308"/>
            <ac:spMk id="3" creationId="{4EC7A337-38E1-D555-F095-3CA18E054B18}"/>
          </ac:spMkLst>
        </pc:spChg>
        <pc:spChg chg="add mod">
          <ac:chgData name="Vikram Gopalakrishnan" userId="65ac8b614915f0d1" providerId="LiveId" clId="{171BB317-D027-46EF-9B8C-993FABC8B09F}" dt="2025-09-09T02:34:16.596" v="16433" actId="1035"/>
          <ac:spMkLst>
            <pc:docMk/>
            <pc:sldMk cId="3009078731" sldId="308"/>
            <ac:spMk id="4" creationId="{664CCF53-26C1-ED26-7872-84D9278E4539}"/>
          </ac:spMkLst>
        </pc:spChg>
        <pc:spChg chg="mod">
          <ac:chgData name="Vikram Gopalakrishnan" userId="65ac8b614915f0d1" providerId="LiveId" clId="{171BB317-D027-46EF-9B8C-993FABC8B09F}" dt="2025-09-07T20:56:56.703" v="4577" actId="6549"/>
          <ac:spMkLst>
            <pc:docMk/>
            <pc:sldMk cId="3009078731" sldId="308"/>
            <ac:spMk id="5" creationId="{0A6A742D-CC67-59E1-1260-D59EA6E648E7}"/>
          </ac:spMkLst>
        </pc:spChg>
        <pc:spChg chg="mod">
          <ac:chgData name="Vikram Gopalakrishnan" userId="65ac8b614915f0d1" providerId="LiveId" clId="{171BB317-D027-46EF-9B8C-993FABC8B09F}" dt="2025-09-09T02:34:00.792" v="16431" actId="1582"/>
          <ac:spMkLst>
            <pc:docMk/>
            <pc:sldMk cId="3009078731" sldId="308"/>
            <ac:spMk id="6" creationId="{92FED62F-1433-FF58-4E96-2026ADA44987}"/>
          </ac:spMkLst>
        </pc:spChg>
        <pc:spChg chg="add mod">
          <ac:chgData name="Vikram Gopalakrishnan" userId="65ac8b614915f0d1" providerId="LiveId" clId="{171BB317-D027-46EF-9B8C-993FABC8B09F}" dt="2025-09-09T02:30:51.473" v="16387" actId="14100"/>
          <ac:spMkLst>
            <pc:docMk/>
            <pc:sldMk cId="3009078731" sldId="308"/>
            <ac:spMk id="7" creationId="{706C5759-61F5-099F-DFD5-A1ABE8E8A475}"/>
          </ac:spMkLst>
        </pc:spChg>
        <pc:spChg chg="mod">
          <ac:chgData name="Vikram Gopalakrishnan" userId="65ac8b614915f0d1" providerId="LiveId" clId="{171BB317-D027-46EF-9B8C-993FABC8B09F}" dt="2025-09-09T02:37:44.655" v="16446" actId="20577"/>
          <ac:spMkLst>
            <pc:docMk/>
            <pc:sldMk cId="3009078731" sldId="308"/>
            <ac:spMk id="9" creationId="{2D429649-E87D-6A6E-5A0B-059BF36AF36E}"/>
          </ac:spMkLst>
        </pc:spChg>
        <pc:spChg chg="add mod">
          <ac:chgData name="Vikram Gopalakrishnan" userId="65ac8b614915f0d1" providerId="LiveId" clId="{171BB317-D027-46EF-9B8C-993FABC8B09F}" dt="2025-09-09T02:32:36.306" v="16419" actId="1038"/>
          <ac:spMkLst>
            <pc:docMk/>
            <pc:sldMk cId="3009078731" sldId="308"/>
            <ac:spMk id="15" creationId="{02054361-A122-0C39-AF9D-A33CB9312AF1}"/>
          </ac:spMkLst>
        </pc:spChg>
        <pc:spChg chg="add mod">
          <ac:chgData name="Vikram Gopalakrishnan" userId="65ac8b614915f0d1" providerId="LiveId" clId="{171BB317-D027-46EF-9B8C-993FABC8B09F}" dt="2025-09-09T02:31:27.860" v="16408" actId="1038"/>
          <ac:spMkLst>
            <pc:docMk/>
            <pc:sldMk cId="3009078731" sldId="308"/>
            <ac:spMk id="17" creationId="{8F17700A-1764-B36B-C22B-3684FFB38762}"/>
          </ac:spMkLst>
        </pc:spChg>
        <pc:spChg chg="mod">
          <ac:chgData name="Vikram Gopalakrishnan" userId="65ac8b614915f0d1" providerId="LiveId" clId="{171BB317-D027-46EF-9B8C-993FABC8B09F}" dt="2025-09-08T23:49:08.514" v="14702" actId="1076"/>
          <ac:spMkLst>
            <pc:docMk/>
            <pc:sldMk cId="3009078731" sldId="308"/>
            <ac:spMk id="24" creationId="{C8278893-E57D-BCF1-2035-F366541FE61E}"/>
          </ac:spMkLst>
        </pc:spChg>
        <pc:spChg chg="mod">
          <ac:chgData name="Vikram Gopalakrishnan" userId="65ac8b614915f0d1" providerId="LiveId" clId="{171BB317-D027-46EF-9B8C-993FABC8B09F}" dt="2025-09-07T20:56:56.703" v="4577" actId="6549"/>
          <ac:spMkLst>
            <pc:docMk/>
            <pc:sldMk cId="3009078731" sldId="308"/>
            <ac:spMk id="34" creationId="{BD347EE4-AA3B-EC25-F66F-E57647EA0895}"/>
          </ac:spMkLst>
        </pc:spChg>
        <pc:grpChg chg="mod">
          <ac:chgData name="Vikram Gopalakrishnan" userId="65ac8b614915f0d1" providerId="LiveId" clId="{171BB317-D027-46EF-9B8C-993FABC8B09F}" dt="2025-09-07T20:56:56.703" v="4577" actId="6549"/>
          <ac:grpSpMkLst>
            <pc:docMk/>
            <pc:sldMk cId="3009078731" sldId="308"/>
            <ac:grpSpMk id="11" creationId="{DCA62C88-7D0B-A607-1A88-6928ACE30DCA}"/>
          </ac:grpSpMkLst>
        </pc:grpChg>
        <pc:grpChg chg="mod">
          <ac:chgData name="Vikram Gopalakrishnan" userId="65ac8b614915f0d1" providerId="LiveId" clId="{171BB317-D027-46EF-9B8C-993FABC8B09F}" dt="2025-09-07T21:13:57.289" v="4871" actId="1076"/>
          <ac:grpSpMkLst>
            <pc:docMk/>
            <pc:sldMk cId="3009078731" sldId="308"/>
            <ac:grpSpMk id="36" creationId="{00B35CE3-DC0F-3136-C1FB-782CEBC3596D}"/>
          </ac:grpSpMkLst>
        </pc:grpChg>
        <pc:cxnChg chg="add mod">
          <ac:chgData name="Vikram Gopalakrishnan" userId="65ac8b614915f0d1" providerId="LiveId" clId="{171BB317-D027-46EF-9B8C-993FABC8B09F}" dt="2025-09-09T02:31:01.262" v="16402" actId="14100"/>
          <ac:cxnSpMkLst>
            <pc:docMk/>
            <pc:sldMk cId="3009078731" sldId="308"/>
            <ac:cxnSpMk id="8" creationId="{79D95330-8044-32D2-9ADF-9B806D28DC80}"/>
          </ac:cxnSpMkLst>
        </pc:cxnChg>
        <pc:cxnChg chg="add mod">
          <ac:chgData name="Vikram Gopalakrishnan" userId="65ac8b614915f0d1" providerId="LiveId" clId="{171BB317-D027-46EF-9B8C-993FABC8B09F}" dt="2025-09-09T02:33:10.552" v="16427" actId="1038"/>
          <ac:cxnSpMkLst>
            <pc:docMk/>
            <pc:sldMk cId="3009078731" sldId="308"/>
            <ac:cxnSpMk id="16" creationId="{ACE10A99-6772-D3C1-5CC2-CD48865D2FDA}"/>
          </ac:cxnSpMkLst>
        </pc:cxnChg>
      </pc:sldChg>
      <pc:sldChg chg="del">
        <pc:chgData name="Vikram Gopalakrishnan" userId="65ac8b614915f0d1" providerId="LiveId" clId="{171BB317-D027-46EF-9B8C-993FABC8B09F}" dt="2025-09-04T02:09:23.496" v="1441" actId="47"/>
        <pc:sldMkLst>
          <pc:docMk/>
          <pc:sldMk cId="2190770024" sldId="309"/>
        </pc:sldMkLst>
      </pc:sldChg>
      <pc:sldChg chg="addSp delSp modSp mod ord modAnim modNotesTx">
        <pc:chgData name="Vikram Gopalakrishnan" userId="65ac8b614915f0d1" providerId="LiveId" clId="{171BB317-D027-46EF-9B8C-993FABC8B09F}" dt="2025-09-10T07:38:54.269" v="24134" actId="6549"/>
        <pc:sldMkLst>
          <pc:docMk/>
          <pc:sldMk cId="2814861309" sldId="310"/>
        </pc:sldMkLst>
        <pc:spChg chg="add mod">
          <ac:chgData name="Vikram Gopalakrishnan" userId="65ac8b614915f0d1" providerId="LiveId" clId="{171BB317-D027-46EF-9B8C-993FABC8B09F}" dt="2025-09-09T15:26:19.471" v="23880" actId="11530"/>
          <ac:spMkLst>
            <pc:docMk/>
            <pc:sldMk cId="2814861309" sldId="310"/>
            <ac:spMk id="2" creationId="{C570D774-E785-D81C-4B75-6B496F43AC71}"/>
          </ac:spMkLst>
        </pc:spChg>
        <pc:spChg chg="mod">
          <ac:chgData name="Vikram Gopalakrishnan" userId="65ac8b614915f0d1" providerId="LiveId" clId="{171BB317-D027-46EF-9B8C-993FABC8B09F}" dt="2025-09-09T05:54:43.578" v="20189" actId="14100"/>
          <ac:spMkLst>
            <pc:docMk/>
            <pc:sldMk cId="2814861309" sldId="310"/>
            <ac:spMk id="3" creationId="{23042EDB-F8EF-FF3F-E802-28F505393155}"/>
          </ac:spMkLst>
        </pc:spChg>
        <pc:spChg chg="add mod">
          <ac:chgData name="Vikram Gopalakrishnan" userId="65ac8b614915f0d1" providerId="LiveId" clId="{171BB317-D027-46EF-9B8C-993FABC8B09F}" dt="2025-09-09T15:26:09.824" v="23879" actId="1038"/>
          <ac:spMkLst>
            <pc:docMk/>
            <pc:sldMk cId="2814861309" sldId="310"/>
            <ac:spMk id="5" creationId="{9CADA0CF-D61F-5AC5-1916-FAF7F6BC0148}"/>
          </ac:spMkLst>
        </pc:spChg>
        <pc:spChg chg="mod">
          <ac:chgData name="Vikram Gopalakrishnan" userId="65ac8b614915f0d1" providerId="LiveId" clId="{171BB317-D027-46EF-9B8C-993FABC8B09F}" dt="2025-09-07T03:47:54.355" v="4115"/>
          <ac:spMkLst>
            <pc:docMk/>
            <pc:sldMk cId="2814861309" sldId="310"/>
            <ac:spMk id="6" creationId="{19482AA4-9CB3-7B76-6679-317D98B32A98}"/>
          </ac:spMkLst>
        </pc:spChg>
        <pc:spChg chg="add mod">
          <ac:chgData name="Vikram Gopalakrishnan" userId="65ac8b614915f0d1" providerId="LiveId" clId="{171BB317-D027-46EF-9B8C-993FABC8B09F}" dt="2025-09-09T15:25:58.123" v="23875" actId="1035"/>
          <ac:spMkLst>
            <pc:docMk/>
            <pc:sldMk cId="2814861309" sldId="310"/>
            <ac:spMk id="7" creationId="{3D7296CA-27A8-4621-51ED-65F637891D0A}"/>
          </ac:spMkLst>
        </pc:spChg>
        <pc:picChg chg="add mod">
          <ac:chgData name="Vikram Gopalakrishnan" userId="65ac8b614915f0d1" providerId="LiveId" clId="{171BB317-D027-46EF-9B8C-993FABC8B09F}" dt="2025-09-07T03:53:09.407" v="4160" actId="12788"/>
          <ac:picMkLst>
            <pc:docMk/>
            <pc:sldMk cId="2814861309" sldId="310"/>
            <ac:picMk id="4" creationId="{E7AE5171-D699-C9EC-A170-E43A6603F747}"/>
          </ac:picMkLst>
        </pc:picChg>
      </pc:sldChg>
      <pc:sldChg chg="addSp delSp modSp mod ord delAnim modAnim modNotesTx">
        <pc:chgData name="Vikram Gopalakrishnan" userId="65ac8b614915f0d1" providerId="LiveId" clId="{171BB317-D027-46EF-9B8C-993FABC8B09F}" dt="2025-09-10T07:39:33.183" v="24188" actId="20577"/>
        <pc:sldMkLst>
          <pc:docMk/>
          <pc:sldMk cId="3243034062" sldId="311"/>
        </pc:sldMkLst>
        <pc:spChg chg="mod">
          <ac:chgData name="Vikram Gopalakrishnan" userId="65ac8b614915f0d1" providerId="LiveId" clId="{171BB317-D027-46EF-9B8C-993FABC8B09F}" dt="2025-09-04T01:51:06.789" v="453" actId="13926"/>
          <ac:spMkLst>
            <pc:docMk/>
            <pc:sldMk cId="3243034062" sldId="311"/>
            <ac:spMk id="2" creationId="{51A9E446-78C5-317F-C8D1-5BFDC6C34511}"/>
          </ac:spMkLst>
        </pc:spChg>
        <pc:spChg chg="add mod">
          <ac:chgData name="Vikram Gopalakrishnan" userId="65ac8b614915f0d1" providerId="LiveId" clId="{171BB317-D027-46EF-9B8C-993FABC8B09F}" dt="2025-09-09T14:01:06.611" v="21990" actId="1037"/>
          <ac:spMkLst>
            <pc:docMk/>
            <pc:sldMk cId="3243034062" sldId="311"/>
            <ac:spMk id="3" creationId="{7CEC2DA5-065E-1AAE-D385-E6D4C4D37332}"/>
          </ac:spMkLst>
        </pc:spChg>
        <pc:spChg chg="add mod">
          <ac:chgData name="Vikram Gopalakrishnan" userId="65ac8b614915f0d1" providerId="LiveId" clId="{171BB317-D027-46EF-9B8C-993FABC8B09F}" dt="2025-09-09T14:01:06.611" v="21990" actId="1037"/>
          <ac:spMkLst>
            <pc:docMk/>
            <pc:sldMk cId="3243034062" sldId="311"/>
            <ac:spMk id="4" creationId="{C763162C-64F8-E68F-70FB-3FDF24998E77}"/>
          </ac:spMkLst>
        </pc:spChg>
        <pc:spChg chg="add mod">
          <ac:chgData name="Vikram Gopalakrishnan" userId="65ac8b614915f0d1" providerId="LiveId" clId="{171BB317-D027-46EF-9B8C-993FABC8B09F}" dt="2025-09-09T14:01:06.611" v="21990" actId="1037"/>
          <ac:spMkLst>
            <pc:docMk/>
            <pc:sldMk cId="3243034062" sldId="311"/>
            <ac:spMk id="5" creationId="{AB5CF212-B920-2C81-689D-450ED8F9FC79}"/>
          </ac:spMkLst>
        </pc:spChg>
        <pc:spChg chg="add del mod">
          <ac:chgData name="Vikram Gopalakrishnan" userId="65ac8b614915f0d1" providerId="LiveId" clId="{171BB317-D027-46EF-9B8C-993FABC8B09F}" dt="2025-09-09T13:59:14.698" v="21960" actId="478"/>
          <ac:spMkLst>
            <pc:docMk/>
            <pc:sldMk cId="3243034062" sldId="311"/>
            <ac:spMk id="6" creationId="{B39B622B-646F-456D-0916-B7AF74D9391B}"/>
          </ac:spMkLst>
        </pc:spChg>
        <pc:spChg chg="add mod">
          <ac:chgData name="Vikram Gopalakrishnan" userId="65ac8b614915f0d1" providerId="LiveId" clId="{171BB317-D027-46EF-9B8C-993FABC8B09F}" dt="2025-09-09T02:02:47.041" v="16336" actId="1076"/>
          <ac:spMkLst>
            <pc:docMk/>
            <pc:sldMk cId="3243034062" sldId="311"/>
            <ac:spMk id="7" creationId="{79D9EBCF-8357-BF77-DCC5-F2D8E9B6604D}"/>
          </ac:spMkLst>
        </pc:spChg>
        <pc:spChg chg="add mod">
          <ac:chgData name="Vikram Gopalakrishnan" userId="65ac8b614915f0d1" providerId="LiveId" clId="{171BB317-D027-46EF-9B8C-993FABC8B09F}" dt="2025-09-09T02:02:40.831" v="16335" actId="1076"/>
          <ac:spMkLst>
            <pc:docMk/>
            <pc:sldMk cId="3243034062" sldId="311"/>
            <ac:spMk id="8" creationId="{FEC0311E-31FA-896C-2E79-EF602D21B8B0}"/>
          </ac:spMkLst>
        </pc:spChg>
        <pc:spChg chg="add del mod">
          <ac:chgData name="Vikram Gopalakrishnan" userId="65ac8b614915f0d1" providerId="LiveId" clId="{171BB317-D027-46EF-9B8C-993FABC8B09F}" dt="2025-09-09T02:03:16.925" v="16341" actId="478"/>
          <ac:spMkLst>
            <pc:docMk/>
            <pc:sldMk cId="3243034062" sldId="311"/>
            <ac:spMk id="10" creationId="{62D29A2F-3F0E-6633-C989-CDEEC21B4BF5}"/>
          </ac:spMkLst>
        </pc:spChg>
        <pc:spChg chg="add mod">
          <ac:chgData name="Vikram Gopalakrishnan" userId="65ac8b614915f0d1" providerId="LiveId" clId="{171BB317-D027-46EF-9B8C-993FABC8B09F}" dt="2025-09-09T14:01:06.611" v="21990" actId="1037"/>
          <ac:spMkLst>
            <pc:docMk/>
            <pc:sldMk cId="3243034062" sldId="311"/>
            <ac:spMk id="17" creationId="{31E927E9-D221-9677-2475-1084E371EE8A}"/>
          </ac:spMkLst>
        </pc:spChg>
        <pc:spChg chg="mod">
          <ac:chgData name="Vikram Gopalakrishnan" userId="65ac8b614915f0d1" providerId="LiveId" clId="{171BB317-D027-46EF-9B8C-993FABC8B09F}" dt="2025-09-08T23:37:45.152" v="13447" actId="1036"/>
          <ac:spMkLst>
            <pc:docMk/>
            <pc:sldMk cId="3243034062" sldId="311"/>
            <ac:spMk id="237" creationId="{1288DCB1-91E3-4EC7-751F-D25A7A0E8707}"/>
          </ac:spMkLst>
        </pc:spChg>
        <pc:graphicFrameChg chg="add mod modGraphic">
          <ac:chgData name="Vikram Gopalakrishnan" userId="65ac8b614915f0d1" providerId="LiveId" clId="{171BB317-D027-46EF-9B8C-993FABC8B09F}" dt="2025-09-09T14:01:06.611" v="21990" actId="1037"/>
          <ac:graphicFrameMkLst>
            <pc:docMk/>
            <pc:sldMk cId="3243034062" sldId="311"/>
            <ac:graphicFrameMk id="9" creationId="{9686D9B9-B7EC-C955-8928-59AC22D287F8}"/>
          </ac:graphicFrameMkLst>
        </pc:graphicFrameChg>
        <pc:cxnChg chg="add mod">
          <ac:chgData name="Vikram Gopalakrishnan" userId="65ac8b614915f0d1" providerId="LiveId" clId="{171BB317-D027-46EF-9B8C-993FABC8B09F}" dt="2025-09-09T14:00:03.986" v="21969" actId="1038"/>
          <ac:cxnSpMkLst>
            <pc:docMk/>
            <pc:sldMk cId="3243034062" sldId="311"/>
            <ac:cxnSpMk id="12" creationId="{50925208-637C-C5E1-643B-741B6627058B}"/>
          </ac:cxnSpMkLst>
        </pc:cxnChg>
        <pc:cxnChg chg="add mod">
          <ac:chgData name="Vikram Gopalakrishnan" userId="65ac8b614915f0d1" providerId="LiveId" clId="{171BB317-D027-46EF-9B8C-993FABC8B09F}" dt="2025-09-09T14:01:24.306" v="21992" actId="14100"/>
          <ac:cxnSpMkLst>
            <pc:docMk/>
            <pc:sldMk cId="3243034062" sldId="311"/>
            <ac:cxnSpMk id="14" creationId="{94B673CC-DC4D-C86F-A299-A51DFD28A156}"/>
          </ac:cxnSpMkLst>
        </pc:cxnChg>
      </pc:sldChg>
      <pc:sldChg chg="del">
        <pc:chgData name="Vikram Gopalakrishnan" userId="65ac8b614915f0d1" providerId="LiveId" clId="{171BB317-D027-46EF-9B8C-993FABC8B09F}" dt="2025-09-04T01:51:54.288" v="473" actId="2696"/>
        <pc:sldMkLst>
          <pc:docMk/>
          <pc:sldMk cId="2229230872" sldId="312"/>
        </pc:sldMkLst>
      </pc:sldChg>
      <pc:sldChg chg="del">
        <pc:chgData name="Vikram Gopalakrishnan" userId="65ac8b614915f0d1" providerId="LiveId" clId="{171BB317-D027-46EF-9B8C-993FABC8B09F}" dt="2025-09-04T02:09:27.865" v="1442" actId="47"/>
        <pc:sldMkLst>
          <pc:docMk/>
          <pc:sldMk cId="3398804668" sldId="313"/>
        </pc:sldMkLst>
      </pc:sldChg>
      <pc:sldChg chg="addSp modSp mod modNotesTx">
        <pc:chgData name="Vikram Gopalakrishnan" userId="65ac8b614915f0d1" providerId="LiveId" clId="{171BB317-D027-46EF-9B8C-993FABC8B09F}" dt="2025-09-09T15:20:55.081" v="23586" actId="20577"/>
        <pc:sldMkLst>
          <pc:docMk/>
          <pc:sldMk cId="57894986" sldId="314"/>
        </pc:sldMkLst>
        <pc:spChg chg="mod">
          <ac:chgData name="Vikram Gopalakrishnan" userId="65ac8b614915f0d1" providerId="LiveId" clId="{171BB317-D027-46EF-9B8C-993FABC8B09F}" dt="2025-09-07T23:58:40.110" v="12173" actId="20577"/>
          <ac:spMkLst>
            <pc:docMk/>
            <pc:sldMk cId="57894986" sldId="314"/>
            <ac:spMk id="2" creationId="{B0C4A9F8-6CEF-75E3-3D87-47E95F683B88}"/>
          </ac:spMkLst>
        </pc:spChg>
        <pc:picChg chg="add mod">
          <ac:chgData name="Vikram Gopalakrishnan" userId="65ac8b614915f0d1" providerId="LiveId" clId="{171BB317-D027-46EF-9B8C-993FABC8B09F}" dt="2025-09-07T23:58:16.127" v="12106" actId="1036"/>
          <ac:picMkLst>
            <pc:docMk/>
            <pc:sldMk cId="57894986" sldId="314"/>
            <ac:picMk id="4" creationId="{403E67F3-6041-E157-F2D4-22822D5D45B7}"/>
          </ac:picMkLst>
        </pc:picChg>
      </pc:sldChg>
      <pc:sldChg chg="del">
        <pc:chgData name="Vikram Gopalakrishnan" userId="65ac8b614915f0d1" providerId="LiveId" clId="{171BB317-D027-46EF-9B8C-993FABC8B09F}" dt="2025-09-04T02:09:51.017" v="1456" actId="47"/>
        <pc:sldMkLst>
          <pc:docMk/>
          <pc:sldMk cId="3161832780" sldId="315"/>
        </pc:sldMkLst>
      </pc:sldChg>
      <pc:sldChg chg="delSp del mod">
        <pc:chgData name="Vikram Gopalakrishnan" userId="65ac8b614915f0d1" providerId="LiveId" clId="{171BB317-D027-46EF-9B8C-993FABC8B09F}" dt="2025-09-07T03:43:40.799" v="4010" actId="47"/>
        <pc:sldMkLst>
          <pc:docMk/>
          <pc:sldMk cId="3084155011" sldId="316"/>
        </pc:sldMkLst>
      </pc:sldChg>
      <pc:sldChg chg="addSp delSp modSp mod">
        <pc:chgData name="Vikram Gopalakrishnan" userId="65ac8b614915f0d1" providerId="LiveId" clId="{171BB317-D027-46EF-9B8C-993FABC8B09F}" dt="2025-09-07T20:25:05.133" v="4293" actId="20577"/>
        <pc:sldMkLst>
          <pc:docMk/>
          <pc:sldMk cId="1879678610" sldId="317"/>
        </pc:sldMkLst>
        <pc:graphicFrameChg chg="add mod modGraphic">
          <ac:chgData name="Vikram Gopalakrishnan" userId="65ac8b614915f0d1" providerId="LiveId" clId="{171BB317-D027-46EF-9B8C-993FABC8B09F}" dt="2025-09-07T20:25:05.133" v="4293" actId="20577"/>
          <ac:graphicFrameMkLst>
            <pc:docMk/>
            <pc:sldMk cId="1879678610" sldId="317"/>
            <ac:graphicFrameMk id="3" creationId="{FDFF0307-76C9-2FCF-EB75-E9D1CD52F3E2}"/>
          </ac:graphicFrameMkLst>
        </pc:graphicFrameChg>
      </pc:sldChg>
      <pc:sldChg chg="addSp delSp modSp mod">
        <pc:chgData name="Vikram Gopalakrishnan" userId="65ac8b614915f0d1" providerId="LiveId" clId="{171BB317-D027-46EF-9B8C-993FABC8B09F}" dt="2025-09-08T23:35:33.038" v="13428" actId="20577"/>
        <pc:sldMkLst>
          <pc:docMk/>
          <pc:sldMk cId="2144681635" sldId="318"/>
        </pc:sldMkLst>
        <pc:spChg chg="mod">
          <ac:chgData name="Vikram Gopalakrishnan" userId="65ac8b614915f0d1" providerId="LiveId" clId="{171BB317-D027-46EF-9B8C-993FABC8B09F}" dt="2025-09-08T23:35:33.038" v="13428" actId="20577"/>
          <ac:spMkLst>
            <pc:docMk/>
            <pc:sldMk cId="2144681635" sldId="318"/>
            <ac:spMk id="237" creationId="{BE06BAA9-BE25-0D2A-00B9-5AF7E82F554D}"/>
          </ac:spMkLst>
        </pc:spChg>
        <pc:graphicFrameChg chg="add mod modGraphic">
          <ac:chgData name="Vikram Gopalakrishnan" userId="65ac8b614915f0d1" providerId="LiveId" clId="{171BB317-D027-46EF-9B8C-993FABC8B09F}" dt="2025-09-07T20:25:41.811" v="4308" actId="1076"/>
          <ac:graphicFrameMkLst>
            <pc:docMk/>
            <pc:sldMk cId="2144681635" sldId="318"/>
            <ac:graphicFrameMk id="3" creationId="{BF58906D-EA21-EEE9-A9C8-CDEFFEE8BAFC}"/>
          </ac:graphicFrameMkLst>
        </pc:graphicFrameChg>
      </pc:sldChg>
      <pc:sldChg chg="addSp delSp modSp mod ord">
        <pc:chgData name="Vikram Gopalakrishnan" userId="65ac8b614915f0d1" providerId="LiveId" clId="{171BB317-D027-46EF-9B8C-993FABC8B09F}" dt="2025-09-08T23:35:36.131" v="13429"/>
        <pc:sldMkLst>
          <pc:docMk/>
          <pc:sldMk cId="2399696457" sldId="319"/>
        </pc:sldMkLst>
        <pc:spChg chg="mod">
          <ac:chgData name="Vikram Gopalakrishnan" userId="65ac8b614915f0d1" providerId="LiveId" clId="{171BB317-D027-46EF-9B8C-993FABC8B09F}" dt="2025-09-07T20:28:40.133" v="4363" actId="14100"/>
          <ac:spMkLst>
            <pc:docMk/>
            <pc:sldMk cId="2399696457" sldId="319"/>
            <ac:spMk id="2" creationId="{90A4CF05-EBFF-1022-19B0-24F28F300861}"/>
          </ac:spMkLst>
        </pc:spChg>
        <pc:spChg chg="mod">
          <ac:chgData name="Vikram Gopalakrishnan" userId="65ac8b614915f0d1" providerId="LiveId" clId="{171BB317-D027-46EF-9B8C-993FABC8B09F}" dt="2025-09-08T23:35:36.131" v="13429"/>
          <ac:spMkLst>
            <pc:docMk/>
            <pc:sldMk cId="2399696457" sldId="319"/>
            <ac:spMk id="237" creationId="{3AC8942D-341D-4630-445E-E90B051C6685}"/>
          </ac:spMkLst>
        </pc:spChg>
        <pc:graphicFrameChg chg="add mod modGraphic">
          <ac:chgData name="Vikram Gopalakrishnan" userId="65ac8b614915f0d1" providerId="LiveId" clId="{171BB317-D027-46EF-9B8C-993FABC8B09F}" dt="2025-09-07T20:28:46.863" v="4364" actId="1076"/>
          <ac:graphicFrameMkLst>
            <pc:docMk/>
            <pc:sldMk cId="2399696457" sldId="319"/>
            <ac:graphicFrameMk id="3" creationId="{B458801F-F3B6-8F2D-E9C4-CC6B12052172}"/>
          </ac:graphicFrameMkLst>
        </pc:graphicFrameChg>
      </pc:sldChg>
      <pc:sldChg chg="modSp mod modNotesTx">
        <pc:chgData name="Vikram Gopalakrishnan" userId="65ac8b614915f0d1" providerId="LiveId" clId="{171BB317-D027-46EF-9B8C-993FABC8B09F}" dt="2025-09-10T17:00:13.746" v="24201" actId="207"/>
        <pc:sldMkLst>
          <pc:docMk/>
          <pc:sldMk cId="2673181153" sldId="320"/>
        </pc:sldMkLst>
        <pc:spChg chg="mod">
          <ac:chgData name="Vikram Gopalakrishnan" userId="65ac8b614915f0d1" providerId="LiveId" clId="{171BB317-D027-46EF-9B8C-993FABC8B09F}" dt="2025-09-07T03:31:02.813" v="3785" actId="20577"/>
          <ac:spMkLst>
            <pc:docMk/>
            <pc:sldMk cId="2673181153" sldId="320"/>
            <ac:spMk id="2" creationId="{17148C0A-3AEB-A2B7-C1CE-DC43C7903B0C}"/>
          </ac:spMkLst>
        </pc:spChg>
        <pc:graphicFrameChg chg="mod modGraphic">
          <ac:chgData name="Vikram Gopalakrishnan" userId="65ac8b614915f0d1" providerId="LiveId" clId="{171BB317-D027-46EF-9B8C-993FABC8B09F}" dt="2025-09-10T17:00:13.746" v="24201" actId="207"/>
          <ac:graphicFrameMkLst>
            <pc:docMk/>
            <pc:sldMk cId="2673181153" sldId="320"/>
            <ac:graphicFrameMk id="3" creationId="{C1A92059-8EFF-D42D-CA27-DB03F33465AC}"/>
          </ac:graphicFrameMkLst>
        </pc:graphicFrameChg>
      </pc:sldChg>
      <pc:sldChg chg="del">
        <pc:chgData name="Vikram Gopalakrishnan" userId="65ac8b614915f0d1" providerId="LiveId" clId="{171BB317-D027-46EF-9B8C-993FABC8B09F}" dt="2025-09-04T02:10:25.244" v="1469" actId="47"/>
        <pc:sldMkLst>
          <pc:docMk/>
          <pc:sldMk cId="371609508" sldId="321"/>
        </pc:sldMkLst>
      </pc:sldChg>
      <pc:sldChg chg="del">
        <pc:chgData name="Vikram Gopalakrishnan" userId="65ac8b614915f0d1" providerId="LiveId" clId="{171BB317-D027-46EF-9B8C-993FABC8B09F}" dt="2025-09-04T02:10:23.121" v="1467" actId="47"/>
        <pc:sldMkLst>
          <pc:docMk/>
          <pc:sldMk cId="1556749084" sldId="323"/>
        </pc:sldMkLst>
      </pc:sldChg>
      <pc:sldChg chg="del">
        <pc:chgData name="Vikram Gopalakrishnan" userId="65ac8b614915f0d1" providerId="LiveId" clId="{171BB317-D027-46EF-9B8C-993FABC8B09F}" dt="2025-09-04T02:10:22.114" v="1466" actId="47"/>
        <pc:sldMkLst>
          <pc:docMk/>
          <pc:sldMk cId="1549212145" sldId="324"/>
        </pc:sldMkLst>
      </pc:sldChg>
      <pc:sldChg chg="del">
        <pc:chgData name="Vikram Gopalakrishnan" userId="65ac8b614915f0d1" providerId="LiveId" clId="{171BB317-D027-46EF-9B8C-993FABC8B09F}" dt="2025-09-04T02:10:21.022" v="1465" actId="47"/>
        <pc:sldMkLst>
          <pc:docMk/>
          <pc:sldMk cId="1745572518" sldId="325"/>
        </pc:sldMkLst>
      </pc:sldChg>
      <pc:sldChg chg="del">
        <pc:chgData name="Vikram Gopalakrishnan" userId="65ac8b614915f0d1" providerId="LiveId" clId="{171BB317-D027-46EF-9B8C-993FABC8B09F}" dt="2025-09-04T02:10:24.342" v="1468" actId="47"/>
        <pc:sldMkLst>
          <pc:docMk/>
          <pc:sldMk cId="415062903" sldId="326"/>
        </pc:sldMkLst>
      </pc:sldChg>
      <pc:sldChg chg="del">
        <pc:chgData name="Vikram Gopalakrishnan" userId="65ac8b614915f0d1" providerId="LiveId" clId="{171BB317-D027-46EF-9B8C-993FABC8B09F}" dt="2025-09-04T02:10:15.878" v="1464" actId="47"/>
        <pc:sldMkLst>
          <pc:docMk/>
          <pc:sldMk cId="1963431951" sldId="328"/>
        </pc:sldMkLst>
      </pc:sldChg>
      <pc:sldChg chg="addSp delSp modSp mod modAnim modNotesTx">
        <pc:chgData name="Vikram Gopalakrishnan" userId="65ac8b614915f0d1" providerId="LiveId" clId="{171BB317-D027-46EF-9B8C-993FABC8B09F}" dt="2025-09-10T16:57:23.793" v="24200" actId="1076"/>
        <pc:sldMkLst>
          <pc:docMk/>
          <pc:sldMk cId="2810503223" sldId="329"/>
        </pc:sldMkLst>
        <pc:spChg chg="mod">
          <ac:chgData name="Vikram Gopalakrishnan" userId="65ac8b614915f0d1" providerId="LiveId" clId="{171BB317-D027-46EF-9B8C-993FABC8B09F}" dt="2025-09-10T16:57:09.521" v="24197" actId="6549"/>
          <ac:spMkLst>
            <pc:docMk/>
            <pc:sldMk cId="2810503223" sldId="329"/>
            <ac:spMk id="3" creationId="{C964AB57-4ADD-716C-F6E9-D9F13A759601}"/>
          </ac:spMkLst>
        </pc:spChg>
        <pc:spChg chg="add mod">
          <ac:chgData name="Vikram Gopalakrishnan" userId="65ac8b614915f0d1" providerId="LiveId" clId="{171BB317-D027-46EF-9B8C-993FABC8B09F}" dt="2025-09-10T16:57:23.793" v="24200" actId="1076"/>
          <ac:spMkLst>
            <pc:docMk/>
            <pc:sldMk cId="2810503223" sldId="329"/>
            <ac:spMk id="6" creationId="{754ED486-B059-E599-054A-3942740FD240}"/>
          </ac:spMkLst>
        </pc:spChg>
        <pc:spChg chg="add mod">
          <ac:chgData name="Vikram Gopalakrishnan" userId="65ac8b614915f0d1" providerId="LiveId" clId="{171BB317-D027-46EF-9B8C-993FABC8B09F}" dt="2025-09-10T16:57:23.793" v="24200" actId="1076"/>
          <ac:spMkLst>
            <pc:docMk/>
            <pc:sldMk cId="2810503223" sldId="329"/>
            <ac:spMk id="7" creationId="{1D19E960-0507-B011-B24C-A0F07086119F}"/>
          </ac:spMkLst>
        </pc:spChg>
        <pc:picChg chg="add mod ord modCrop">
          <ac:chgData name="Vikram Gopalakrishnan" userId="65ac8b614915f0d1" providerId="LiveId" clId="{171BB317-D027-46EF-9B8C-993FABC8B09F}" dt="2025-09-10T16:57:23.793" v="24200" actId="1076"/>
          <ac:picMkLst>
            <pc:docMk/>
            <pc:sldMk cId="2810503223" sldId="329"/>
            <ac:picMk id="2" creationId="{B446D0DC-B873-FB7A-E277-B602F2EBD3B7}"/>
          </ac:picMkLst>
        </pc:picChg>
        <pc:picChg chg="add mod modCrop">
          <ac:chgData name="Vikram Gopalakrishnan" userId="65ac8b614915f0d1" providerId="LiveId" clId="{171BB317-D027-46EF-9B8C-993FABC8B09F}" dt="2025-09-10T16:57:23.793" v="24200" actId="1076"/>
          <ac:picMkLst>
            <pc:docMk/>
            <pc:sldMk cId="2810503223" sldId="329"/>
            <ac:picMk id="4" creationId="{B7599AE9-6CEC-25C3-F36E-9414A213DC23}"/>
          </ac:picMkLst>
        </pc:picChg>
      </pc:sldChg>
      <pc:sldChg chg="addSp modSp ord modAnim modNotesTx">
        <pc:chgData name="Vikram Gopalakrishnan" userId="65ac8b614915f0d1" providerId="LiveId" clId="{171BB317-D027-46EF-9B8C-993FABC8B09F}" dt="2025-09-09T00:28:08.274" v="15032" actId="20577"/>
        <pc:sldMkLst>
          <pc:docMk/>
          <pc:sldMk cId="2862231570" sldId="330"/>
        </pc:sldMkLst>
        <pc:spChg chg="add mod">
          <ac:chgData name="Vikram Gopalakrishnan" userId="65ac8b614915f0d1" providerId="LiveId" clId="{171BB317-D027-46EF-9B8C-993FABC8B09F}" dt="2025-09-07T21:48:56.942" v="7057"/>
          <ac:spMkLst>
            <pc:docMk/>
            <pc:sldMk cId="2862231570" sldId="330"/>
            <ac:spMk id="2" creationId="{F34C90E2-4853-AE33-49B8-F319AC73FA84}"/>
          </ac:spMkLst>
        </pc:spChg>
        <pc:spChg chg="mod">
          <ac:chgData name="Vikram Gopalakrishnan" userId="65ac8b614915f0d1" providerId="LiveId" clId="{171BB317-D027-46EF-9B8C-993FABC8B09F}" dt="2025-09-07T23:44:47.955" v="10919" actId="20577"/>
          <ac:spMkLst>
            <pc:docMk/>
            <pc:sldMk cId="2862231570" sldId="330"/>
            <ac:spMk id="3" creationId="{6CE7A8DC-A0E1-0907-63A2-48AEE6E228C8}"/>
          </ac:spMkLst>
        </pc:spChg>
      </pc:sldChg>
      <pc:sldChg chg="addSp delSp modSp add mod delAnim modAnim modNotesTx">
        <pc:chgData name="Vikram Gopalakrishnan" userId="65ac8b614915f0d1" providerId="LiveId" clId="{171BB317-D027-46EF-9B8C-993FABC8B09F}" dt="2025-09-10T07:30:03.341" v="23932" actId="20577"/>
        <pc:sldMkLst>
          <pc:docMk/>
          <pc:sldMk cId="786374537" sldId="331"/>
        </pc:sldMkLst>
        <pc:spChg chg="mod">
          <ac:chgData name="Vikram Gopalakrishnan" userId="65ac8b614915f0d1" providerId="LiveId" clId="{171BB317-D027-46EF-9B8C-993FABC8B09F}" dt="2025-09-10T07:29:19.733" v="23931"/>
          <ac:spMkLst>
            <pc:docMk/>
            <pc:sldMk cId="786374537" sldId="331"/>
            <ac:spMk id="3" creationId="{6377A2EC-53BE-3E59-3571-3D3EF7B7C50F}"/>
          </ac:spMkLst>
        </pc:spChg>
        <pc:spChg chg="add mod">
          <ac:chgData name="Vikram Gopalakrishnan" userId="65ac8b614915f0d1" providerId="LiveId" clId="{171BB317-D027-46EF-9B8C-993FABC8B09F}" dt="2025-09-08T22:55:49.438" v="12351" actId="1036"/>
          <ac:spMkLst>
            <pc:docMk/>
            <pc:sldMk cId="786374537" sldId="331"/>
            <ac:spMk id="11" creationId="{DC7979B0-6D4C-3A7C-41D4-0928E763126D}"/>
          </ac:spMkLst>
        </pc:spChg>
        <pc:spChg chg="add mod">
          <ac:chgData name="Vikram Gopalakrishnan" userId="65ac8b614915f0d1" providerId="LiveId" clId="{171BB317-D027-46EF-9B8C-993FABC8B09F}" dt="2025-09-08T22:58:56.333" v="12400" actId="1037"/>
          <ac:spMkLst>
            <pc:docMk/>
            <pc:sldMk cId="786374537" sldId="331"/>
            <ac:spMk id="13" creationId="{795873AD-069D-CAC5-9AE7-3F1A5541BEC1}"/>
          </ac:spMkLst>
        </pc:spChg>
        <pc:spChg chg="add mod">
          <ac:chgData name="Vikram Gopalakrishnan" userId="65ac8b614915f0d1" providerId="LiveId" clId="{171BB317-D027-46EF-9B8C-993FABC8B09F}" dt="2025-09-08T22:59:08.141" v="12406" actId="1037"/>
          <ac:spMkLst>
            <pc:docMk/>
            <pc:sldMk cId="786374537" sldId="331"/>
            <ac:spMk id="14" creationId="{754899D1-3CAE-8A6D-7AD5-4B8E75D08B04}"/>
          </ac:spMkLst>
        </pc:spChg>
        <pc:spChg chg="add mod">
          <ac:chgData name="Vikram Gopalakrishnan" userId="65ac8b614915f0d1" providerId="LiveId" clId="{171BB317-D027-46EF-9B8C-993FABC8B09F}" dt="2025-09-08T22:59:05.012" v="12404" actId="1037"/>
          <ac:spMkLst>
            <pc:docMk/>
            <pc:sldMk cId="786374537" sldId="331"/>
            <ac:spMk id="15" creationId="{9C7779DB-E8E4-D77A-1B2D-CD82CB69BAB6}"/>
          </ac:spMkLst>
        </pc:spChg>
        <pc:spChg chg="add mod">
          <ac:chgData name="Vikram Gopalakrishnan" userId="65ac8b614915f0d1" providerId="LiveId" clId="{171BB317-D027-46EF-9B8C-993FABC8B09F}" dt="2025-09-09T02:45:05.222" v="16448" actId="1076"/>
          <ac:spMkLst>
            <pc:docMk/>
            <pc:sldMk cId="786374537" sldId="331"/>
            <ac:spMk id="16" creationId="{39DA8D1B-62BB-6458-15A5-56F00BF92193}"/>
          </ac:spMkLst>
        </pc:spChg>
        <pc:spChg chg="add mod">
          <ac:chgData name="Vikram Gopalakrishnan" userId="65ac8b614915f0d1" providerId="LiveId" clId="{171BB317-D027-46EF-9B8C-993FABC8B09F}" dt="2025-09-08T23:12:34.153" v="12774" actId="207"/>
          <ac:spMkLst>
            <pc:docMk/>
            <pc:sldMk cId="786374537" sldId="331"/>
            <ac:spMk id="17" creationId="{9D427DF1-0610-DD9F-1525-6C630D7F87D2}"/>
          </ac:spMkLst>
        </pc:spChg>
        <pc:spChg chg="add mod">
          <ac:chgData name="Vikram Gopalakrishnan" userId="65ac8b614915f0d1" providerId="LiveId" clId="{171BB317-D027-46EF-9B8C-993FABC8B09F}" dt="2025-09-08T23:12:59.253" v="12776" actId="1076"/>
          <ac:spMkLst>
            <pc:docMk/>
            <pc:sldMk cId="786374537" sldId="331"/>
            <ac:spMk id="18" creationId="{8E0E79F2-3C26-7941-36E4-96C437E8C2E3}"/>
          </ac:spMkLst>
        </pc:spChg>
        <pc:spChg chg="mod">
          <ac:chgData name="Vikram Gopalakrishnan" userId="65ac8b614915f0d1" providerId="LiveId" clId="{171BB317-D027-46EF-9B8C-993FABC8B09F}" dt="2025-09-07T23:10:53.488" v="8728" actId="20577"/>
          <ac:spMkLst>
            <pc:docMk/>
            <pc:sldMk cId="786374537" sldId="331"/>
            <ac:spMk id="237" creationId="{18058782-EE14-6342-834A-DF6B60E2E085}"/>
          </ac:spMkLst>
        </pc:spChg>
        <pc:grpChg chg="add mod">
          <ac:chgData name="Vikram Gopalakrishnan" userId="65ac8b614915f0d1" providerId="LiveId" clId="{171BB317-D027-46EF-9B8C-993FABC8B09F}" dt="2025-09-08T22:57:24.603" v="12363" actId="1036"/>
          <ac:grpSpMkLst>
            <pc:docMk/>
            <pc:sldMk cId="786374537" sldId="331"/>
            <ac:grpSpMk id="12" creationId="{10548D54-5F2C-92C2-6760-6D94F19C9921}"/>
          </ac:grpSpMkLst>
        </pc:grpChg>
        <pc:picChg chg="add mod modCrop">
          <ac:chgData name="Vikram Gopalakrishnan" userId="65ac8b614915f0d1" providerId="LiveId" clId="{171BB317-D027-46EF-9B8C-993FABC8B09F}" dt="2025-09-08T22:57:14.586" v="12359" actId="732"/>
          <ac:picMkLst>
            <pc:docMk/>
            <pc:sldMk cId="786374537" sldId="331"/>
            <ac:picMk id="6" creationId="{7CAAF5E6-BE08-7C6A-E282-3FA0AA8A2D4E}"/>
          </ac:picMkLst>
        </pc:picChg>
        <pc:picChg chg="add mod modCrop">
          <ac:chgData name="Vikram Gopalakrishnan" userId="65ac8b614915f0d1" providerId="LiveId" clId="{171BB317-D027-46EF-9B8C-993FABC8B09F}" dt="2025-09-08T22:57:10.463" v="12358" actId="732"/>
          <ac:picMkLst>
            <pc:docMk/>
            <pc:sldMk cId="786374537" sldId="331"/>
            <ac:picMk id="8" creationId="{5FF8E639-6636-62DA-E149-82CCB78C2E90}"/>
          </ac:picMkLst>
        </pc:picChg>
        <pc:picChg chg="add mod modCrop">
          <ac:chgData name="Vikram Gopalakrishnan" userId="65ac8b614915f0d1" providerId="LiveId" clId="{171BB317-D027-46EF-9B8C-993FABC8B09F}" dt="2025-09-08T22:56:55.749" v="12357" actId="732"/>
          <ac:picMkLst>
            <pc:docMk/>
            <pc:sldMk cId="786374537" sldId="331"/>
            <ac:picMk id="10" creationId="{881ED6AF-205D-AFB2-865F-C1E5E2A18F14}"/>
          </ac:picMkLst>
        </pc:picChg>
      </pc:sldChg>
      <pc:sldChg chg="addSp delSp modSp add del mod modAnim">
        <pc:chgData name="Vikram Gopalakrishnan" userId="65ac8b614915f0d1" providerId="LiveId" clId="{171BB317-D027-46EF-9B8C-993FABC8B09F}" dt="2025-09-04T02:34:00.166" v="1616" actId="2696"/>
        <pc:sldMkLst>
          <pc:docMk/>
          <pc:sldMk cId="880051246" sldId="332"/>
        </pc:sldMkLst>
      </pc:sldChg>
      <pc:sldChg chg="addSp delSp modSp add del mod modAnim">
        <pc:chgData name="Vikram Gopalakrishnan" userId="65ac8b614915f0d1" providerId="LiveId" clId="{171BB317-D027-46EF-9B8C-993FABC8B09F}" dt="2025-09-04T00:54:36.596" v="189" actId="47"/>
        <pc:sldMkLst>
          <pc:docMk/>
          <pc:sldMk cId="3560832848" sldId="332"/>
        </pc:sldMkLst>
      </pc:sldChg>
      <pc:sldChg chg="modSp add mod ord">
        <pc:chgData name="Vikram Gopalakrishnan" userId="65ac8b614915f0d1" providerId="LiveId" clId="{171BB317-D027-46EF-9B8C-993FABC8B09F}" dt="2025-09-04T02:08:21.900" v="1413" actId="207"/>
        <pc:sldMkLst>
          <pc:docMk/>
          <pc:sldMk cId="510852100" sldId="333"/>
        </pc:sldMkLst>
        <pc:spChg chg="mod">
          <ac:chgData name="Vikram Gopalakrishnan" userId="65ac8b614915f0d1" providerId="LiveId" clId="{171BB317-D027-46EF-9B8C-993FABC8B09F}" dt="2025-09-04T02:08:21.900" v="1413" actId="207"/>
          <ac:spMkLst>
            <pc:docMk/>
            <pc:sldMk cId="510852100" sldId="333"/>
            <ac:spMk id="3" creationId="{928810DC-C2C6-C453-8AA3-CAC6145CD86E}"/>
          </ac:spMkLst>
        </pc:spChg>
      </pc:sldChg>
      <pc:sldChg chg="modSp add mod ord">
        <pc:chgData name="Vikram Gopalakrishnan" userId="65ac8b614915f0d1" providerId="LiveId" clId="{171BB317-D027-46EF-9B8C-993FABC8B09F}" dt="2025-09-04T02:08:59.748" v="1430" actId="113"/>
        <pc:sldMkLst>
          <pc:docMk/>
          <pc:sldMk cId="358819222" sldId="334"/>
        </pc:sldMkLst>
        <pc:spChg chg="mod">
          <ac:chgData name="Vikram Gopalakrishnan" userId="65ac8b614915f0d1" providerId="LiveId" clId="{171BB317-D027-46EF-9B8C-993FABC8B09F}" dt="2025-09-04T02:08:59.748" v="1430" actId="113"/>
          <ac:spMkLst>
            <pc:docMk/>
            <pc:sldMk cId="358819222" sldId="334"/>
            <ac:spMk id="3" creationId="{16DCC649-F073-44E3-15AC-145274214140}"/>
          </ac:spMkLst>
        </pc:spChg>
      </pc:sldChg>
      <pc:sldChg chg="modSp add mod ord">
        <pc:chgData name="Vikram Gopalakrishnan" userId="65ac8b614915f0d1" providerId="LiveId" clId="{171BB317-D027-46EF-9B8C-993FABC8B09F}" dt="2025-09-04T02:09:13.657" v="1437" actId="207"/>
        <pc:sldMkLst>
          <pc:docMk/>
          <pc:sldMk cId="1177650707" sldId="335"/>
        </pc:sldMkLst>
        <pc:spChg chg="mod">
          <ac:chgData name="Vikram Gopalakrishnan" userId="65ac8b614915f0d1" providerId="LiveId" clId="{171BB317-D027-46EF-9B8C-993FABC8B09F}" dt="2025-09-04T02:09:13.657" v="1437" actId="207"/>
          <ac:spMkLst>
            <pc:docMk/>
            <pc:sldMk cId="1177650707" sldId="335"/>
            <ac:spMk id="3" creationId="{B2098DE7-D4FA-C55B-B27F-727994C957E7}"/>
          </ac:spMkLst>
        </pc:spChg>
      </pc:sldChg>
      <pc:sldChg chg="modSp add mod ord">
        <pc:chgData name="Vikram Gopalakrishnan" userId="65ac8b614915f0d1" providerId="LiveId" clId="{171BB317-D027-46EF-9B8C-993FABC8B09F}" dt="2025-09-04T02:09:41.906" v="1447" actId="207"/>
        <pc:sldMkLst>
          <pc:docMk/>
          <pc:sldMk cId="3256911650" sldId="336"/>
        </pc:sldMkLst>
        <pc:spChg chg="mod">
          <ac:chgData name="Vikram Gopalakrishnan" userId="65ac8b614915f0d1" providerId="LiveId" clId="{171BB317-D027-46EF-9B8C-993FABC8B09F}" dt="2025-09-04T02:09:41.906" v="1447" actId="207"/>
          <ac:spMkLst>
            <pc:docMk/>
            <pc:sldMk cId="3256911650" sldId="336"/>
            <ac:spMk id="3" creationId="{8CF88E9F-CE4C-C187-7141-D631A0ABAA3B}"/>
          </ac:spMkLst>
        </pc:spChg>
      </pc:sldChg>
      <pc:sldChg chg="modSp add del mod ord modNotesTx">
        <pc:chgData name="Vikram Gopalakrishnan" userId="65ac8b614915f0d1" providerId="LiveId" clId="{171BB317-D027-46EF-9B8C-993FABC8B09F}" dt="2025-09-10T17:18:56.779" v="24203" actId="47"/>
        <pc:sldMkLst>
          <pc:docMk/>
          <pc:sldMk cId="3234631400" sldId="337"/>
        </pc:sldMkLst>
      </pc:sldChg>
      <pc:sldChg chg="addSp delSp modSp add mod modAnim modNotesTx">
        <pc:chgData name="Vikram Gopalakrishnan" userId="65ac8b614915f0d1" providerId="LiveId" clId="{171BB317-D027-46EF-9B8C-993FABC8B09F}" dt="2025-09-10T07:32:25.775" v="23987" actId="20577"/>
        <pc:sldMkLst>
          <pc:docMk/>
          <pc:sldMk cId="191397119" sldId="338"/>
        </pc:sldMkLst>
        <pc:spChg chg="mod">
          <ac:chgData name="Vikram Gopalakrishnan" userId="65ac8b614915f0d1" providerId="LiveId" clId="{171BB317-D027-46EF-9B8C-993FABC8B09F}" dt="2025-09-07T23:24:48.248" v="9778" actId="6549"/>
          <ac:spMkLst>
            <pc:docMk/>
            <pc:sldMk cId="191397119" sldId="338"/>
            <ac:spMk id="3" creationId="{5623E337-6D4F-0735-7925-906E7725D97A}"/>
          </ac:spMkLst>
        </pc:spChg>
        <pc:spChg chg="mod">
          <ac:chgData name="Vikram Gopalakrishnan" userId="65ac8b614915f0d1" providerId="LiveId" clId="{171BB317-D027-46EF-9B8C-993FABC8B09F}" dt="2025-09-07T23:16:28.212" v="9343" actId="20577"/>
          <ac:spMkLst>
            <pc:docMk/>
            <pc:sldMk cId="191397119" sldId="338"/>
            <ac:spMk id="237" creationId="{21841F2A-5307-9A67-4C06-3D724C06FF9C}"/>
          </ac:spMkLst>
        </pc:spChg>
        <pc:picChg chg="add mod">
          <ac:chgData name="Vikram Gopalakrishnan" userId="65ac8b614915f0d1" providerId="LiveId" clId="{171BB317-D027-46EF-9B8C-993FABC8B09F}" dt="2025-09-07T23:28:36.472" v="10245" actId="1076"/>
          <ac:picMkLst>
            <pc:docMk/>
            <pc:sldMk cId="191397119" sldId="338"/>
            <ac:picMk id="2" creationId="{ADFC8A0C-04F8-C593-9295-5E9F23B670E9}"/>
          </ac:picMkLst>
        </pc:picChg>
      </pc:sldChg>
      <pc:sldChg chg="modSp add mod ord">
        <pc:chgData name="Vikram Gopalakrishnan" userId="65ac8b614915f0d1" providerId="LiveId" clId="{171BB317-D027-46EF-9B8C-993FABC8B09F}" dt="2025-09-10T06:52:37.137" v="23902"/>
        <pc:sldMkLst>
          <pc:docMk/>
          <pc:sldMk cId="4155141067" sldId="339"/>
        </pc:sldMkLst>
        <pc:spChg chg="mod">
          <ac:chgData name="Vikram Gopalakrishnan" userId="65ac8b614915f0d1" providerId="LiveId" clId="{171BB317-D027-46EF-9B8C-993FABC8B09F}" dt="2025-09-07T01:44:04.790" v="2914" actId="12788"/>
          <ac:spMkLst>
            <pc:docMk/>
            <pc:sldMk cId="4155141067" sldId="339"/>
            <ac:spMk id="237" creationId="{04E7E003-15E4-2AAD-4051-AC2DA9FEA8C7}"/>
          </ac:spMkLst>
        </pc:spChg>
      </pc:sldChg>
      <pc:sldChg chg="add ord">
        <pc:chgData name="Vikram Gopalakrishnan" userId="65ac8b614915f0d1" providerId="LiveId" clId="{171BB317-D027-46EF-9B8C-993FABC8B09F}" dt="2025-09-10T06:52:44.989" v="23904"/>
        <pc:sldMkLst>
          <pc:docMk/>
          <pc:sldMk cId="1067262517" sldId="340"/>
        </pc:sldMkLst>
      </pc:sldChg>
      <pc:sldChg chg="addSp delSp modSp add del mod modNotesTx">
        <pc:chgData name="Vikram Gopalakrishnan" userId="65ac8b614915f0d1" providerId="LiveId" clId="{171BB317-D027-46EF-9B8C-993FABC8B09F}" dt="2025-09-08T23:13:21.187" v="12778" actId="47"/>
        <pc:sldMkLst>
          <pc:docMk/>
          <pc:sldMk cId="2103049283" sldId="341"/>
        </pc:sldMkLst>
      </pc:sldChg>
      <pc:sldChg chg="addSp delSp modSp add mod modNotesTx">
        <pc:chgData name="Vikram Gopalakrishnan" userId="65ac8b614915f0d1" providerId="LiveId" clId="{171BB317-D027-46EF-9B8C-993FABC8B09F}" dt="2025-09-09T14:16:15.663" v="22905" actId="20577"/>
        <pc:sldMkLst>
          <pc:docMk/>
          <pc:sldMk cId="178272651" sldId="342"/>
        </pc:sldMkLst>
        <pc:spChg chg="add mod">
          <ac:chgData name="Vikram Gopalakrishnan" userId="65ac8b614915f0d1" providerId="LiveId" clId="{171BB317-D027-46EF-9B8C-993FABC8B09F}" dt="2025-09-09T04:41:31.743" v="16569" actId="207"/>
          <ac:spMkLst>
            <pc:docMk/>
            <pc:sldMk cId="178272651" sldId="342"/>
            <ac:spMk id="9" creationId="{E8408488-9155-4E32-EDBE-A03EF76AA6E9}"/>
          </ac:spMkLst>
        </pc:spChg>
        <pc:spChg chg="mod">
          <ac:chgData name="Vikram Gopalakrishnan" userId="65ac8b614915f0d1" providerId="LiveId" clId="{171BB317-D027-46EF-9B8C-993FABC8B09F}" dt="2025-09-09T00:35:40.389" v="15761" actId="20577"/>
          <ac:spMkLst>
            <pc:docMk/>
            <pc:sldMk cId="178272651" sldId="342"/>
            <ac:spMk id="237" creationId="{56C40E41-5B18-1A19-CB30-1C41822C4813}"/>
          </ac:spMkLst>
        </pc:spChg>
        <pc:graphicFrameChg chg="add mod modGraphic">
          <ac:chgData name="Vikram Gopalakrishnan" userId="65ac8b614915f0d1" providerId="LiveId" clId="{171BB317-D027-46EF-9B8C-993FABC8B09F}" dt="2025-09-09T14:16:15.663" v="22905" actId="20577"/>
          <ac:graphicFrameMkLst>
            <pc:docMk/>
            <pc:sldMk cId="178272651" sldId="342"/>
            <ac:graphicFrameMk id="4" creationId="{A5505859-0878-51ED-238F-E3363F768C3C}"/>
          </ac:graphicFrameMkLst>
        </pc:graphicFrameChg>
        <pc:graphicFrameChg chg="add mod">
          <ac:chgData name="Vikram Gopalakrishnan" userId="65ac8b614915f0d1" providerId="LiveId" clId="{171BB317-D027-46EF-9B8C-993FABC8B09F}" dt="2025-09-09T04:40:30.712" v="16553"/>
          <ac:graphicFrameMkLst>
            <pc:docMk/>
            <pc:sldMk cId="178272651" sldId="342"/>
            <ac:graphicFrameMk id="6" creationId="{0338D6C1-1649-B184-DDF0-5B911D7A60DC}"/>
          </ac:graphicFrameMkLst>
        </pc:graphicFrameChg>
        <pc:graphicFrameChg chg="add mod">
          <ac:chgData name="Vikram Gopalakrishnan" userId="65ac8b614915f0d1" providerId="LiveId" clId="{171BB317-D027-46EF-9B8C-993FABC8B09F}" dt="2025-09-09T04:40:33.557" v="16556"/>
          <ac:graphicFrameMkLst>
            <pc:docMk/>
            <pc:sldMk cId="178272651" sldId="342"/>
            <ac:graphicFrameMk id="7" creationId="{0338D6C1-1649-B184-DDF0-5B911D7A60DC}"/>
          </ac:graphicFrameMkLst>
        </pc:graphicFrameChg>
        <pc:picChg chg="add del mod">
          <ac:chgData name="Vikram Gopalakrishnan" userId="65ac8b614915f0d1" providerId="LiveId" clId="{171BB317-D027-46EF-9B8C-993FABC8B09F}" dt="2025-09-09T04:39:39.411" v="16548" actId="478"/>
          <ac:picMkLst>
            <pc:docMk/>
            <pc:sldMk cId="178272651" sldId="342"/>
            <ac:picMk id="3" creationId="{1A20525B-7992-5164-286C-959DA70D305F}"/>
          </ac:picMkLst>
        </pc:picChg>
        <pc:picChg chg="add mod modCrop">
          <ac:chgData name="Vikram Gopalakrishnan" userId="65ac8b614915f0d1" providerId="LiveId" clId="{171BB317-D027-46EF-9B8C-993FABC8B09F}" dt="2025-09-09T04:40:55.695" v="16564" actId="1076"/>
          <ac:picMkLst>
            <pc:docMk/>
            <pc:sldMk cId="178272651" sldId="342"/>
            <ac:picMk id="8" creationId="{305CF6B3-5C8E-8327-2740-D5B8BC35BAE9}"/>
          </ac:picMkLst>
        </pc:picChg>
      </pc:sldChg>
      <pc:sldChg chg="addSp delSp modSp add mod modAnim modNotesTx">
        <pc:chgData name="Vikram Gopalakrishnan" userId="65ac8b614915f0d1" providerId="LiveId" clId="{171BB317-D027-46EF-9B8C-993FABC8B09F}" dt="2025-09-09T14:17:51.395" v="23005" actId="20577"/>
        <pc:sldMkLst>
          <pc:docMk/>
          <pc:sldMk cId="247791496" sldId="343"/>
        </pc:sldMkLst>
        <pc:spChg chg="del">
          <ac:chgData name="Vikram Gopalakrishnan" userId="65ac8b614915f0d1" providerId="LiveId" clId="{171BB317-D027-46EF-9B8C-993FABC8B09F}" dt="2025-09-09T00:00:10.874" v="14939" actId="478"/>
          <ac:spMkLst>
            <pc:docMk/>
            <pc:sldMk cId="247791496" sldId="343"/>
            <ac:spMk id="2" creationId="{51EEB2CD-2FE0-3F40-4E14-4942814C414C}"/>
          </ac:spMkLst>
        </pc:spChg>
        <pc:spChg chg="add mod">
          <ac:chgData name="Vikram Gopalakrishnan" userId="65ac8b614915f0d1" providerId="LiveId" clId="{171BB317-D027-46EF-9B8C-993FABC8B09F}" dt="2025-09-09T04:46:26.605" v="16658" actId="1076"/>
          <ac:spMkLst>
            <pc:docMk/>
            <pc:sldMk cId="247791496" sldId="343"/>
            <ac:spMk id="7" creationId="{7F0DB30E-0859-A767-6CCB-5291C800DE53}"/>
          </ac:spMkLst>
        </pc:spChg>
        <pc:spChg chg="add mod">
          <ac:chgData name="Vikram Gopalakrishnan" userId="65ac8b614915f0d1" providerId="LiveId" clId="{171BB317-D027-46EF-9B8C-993FABC8B09F}" dt="2025-09-09T04:46:15.389" v="16657" actId="1036"/>
          <ac:spMkLst>
            <pc:docMk/>
            <pc:sldMk cId="247791496" sldId="343"/>
            <ac:spMk id="8" creationId="{FC864273-EC56-0861-BC9B-160E665B03A9}"/>
          </ac:spMkLst>
        </pc:spChg>
        <pc:spChg chg="mod">
          <ac:chgData name="Vikram Gopalakrishnan" userId="65ac8b614915f0d1" providerId="LiveId" clId="{171BB317-D027-46EF-9B8C-993FABC8B09F}" dt="2025-09-09T00:38:33.013" v="15946" actId="20577"/>
          <ac:spMkLst>
            <pc:docMk/>
            <pc:sldMk cId="247791496" sldId="343"/>
            <ac:spMk id="237" creationId="{249A31F8-5182-2588-7FE3-756B4BD75F3F}"/>
          </ac:spMkLst>
        </pc:spChg>
        <pc:graphicFrameChg chg="add mod">
          <ac:chgData name="Vikram Gopalakrishnan" userId="65ac8b614915f0d1" providerId="LiveId" clId="{171BB317-D027-46EF-9B8C-993FABC8B09F}" dt="2025-09-09T00:00:13.602" v="14942"/>
          <ac:graphicFrameMkLst>
            <pc:docMk/>
            <pc:sldMk cId="247791496" sldId="343"/>
            <ac:graphicFrameMk id="3" creationId="{64B4BE6A-937D-8571-671E-113DE51FE667}"/>
          </ac:graphicFrameMkLst>
        </pc:graphicFrameChg>
        <pc:graphicFrameChg chg="add mod">
          <ac:chgData name="Vikram Gopalakrishnan" userId="65ac8b614915f0d1" providerId="LiveId" clId="{171BB317-D027-46EF-9B8C-993FABC8B09F}" dt="2025-09-09T04:42:54.010" v="16573"/>
          <ac:graphicFrameMkLst>
            <pc:docMk/>
            <pc:sldMk cId="247791496" sldId="343"/>
            <ac:graphicFrameMk id="5" creationId="{64B4BE6A-937D-8571-671E-113DE51FE667}"/>
          </ac:graphicFrameMkLst>
        </pc:graphicFrameChg>
        <pc:picChg chg="add del mod">
          <ac:chgData name="Vikram Gopalakrishnan" userId="65ac8b614915f0d1" providerId="LiveId" clId="{171BB317-D027-46EF-9B8C-993FABC8B09F}" dt="2025-09-09T04:42:00.640" v="16570" actId="478"/>
          <ac:picMkLst>
            <pc:docMk/>
            <pc:sldMk cId="247791496" sldId="343"/>
            <ac:picMk id="4" creationId="{91A93BE3-8B28-E65B-4E15-141FE1CDE828}"/>
          </ac:picMkLst>
        </pc:picChg>
        <pc:picChg chg="add mod modCrop">
          <ac:chgData name="Vikram Gopalakrishnan" userId="65ac8b614915f0d1" providerId="LiveId" clId="{171BB317-D027-46EF-9B8C-993FABC8B09F}" dt="2025-09-09T04:46:15.389" v="16657" actId="1036"/>
          <ac:picMkLst>
            <pc:docMk/>
            <pc:sldMk cId="247791496" sldId="343"/>
            <ac:picMk id="6" creationId="{C750C5EA-D017-5128-97E3-C62860F09C56}"/>
          </ac:picMkLst>
        </pc:picChg>
      </pc:sldChg>
      <pc:sldChg chg="addSp delSp modSp add mod modAnim modShow modNotesTx">
        <pc:chgData name="Vikram Gopalakrishnan" userId="65ac8b614915f0d1" providerId="LiveId" clId="{171BB317-D027-46EF-9B8C-993FABC8B09F}" dt="2025-09-09T14:16:58.225" v="22906" actId="729"/>
        <pc:sldMkLst>
          <pc:docMk/>
          <pc:sldMk cId="3384158859" sldId="344"/>
        </pc:sldMkLst>
        <pc:spChg chg="del">
          <ac:chgData name="Vikram Gopalakrishnan" userId="65ac8b614915f0d1" providerId="LiveId" clId="{171BB317-D027-46EF-9B8C-993FABC8B09F}" dt="2025-09-09T00:00:53.093" v="14948" actId="478"/>
          <ac:spMkLst>
            <pc:docMk/>
            <pc:sldMk cId="3384158859" sldId="344"/>
            <ac:spMk id="2" creationId="{55FA02D5-E1C0-7D0D-3CEE-D7788EC101E4}"/>
          </ac:spMkLst>
        </pc:spChg>
        <pc:spChg chg="add mod">
          <ac:chgData name="Vikram Gopalakrishnan" userId="65ac8b614915f0d1" providerId="LiveId" clId="{171BB317-D027-46EF-9B8C-993FABC8B09F}" dt="2025-09-09T04:46:04.799" v="16635" actId="1036"/>
          <ac:spMkLst>
            <pc:docMk/>
            <pc:sldMk cId="3384158859" sldId="344"/>
            <ac:spMk id="7" creationId="{FF78DAE6-D28F-6BB5-7D7A-1B0C0EA44969}"/>
          </ac:spMkLst>
        </pc:spChg>
        <pc:spChg chg="add mod">
          <ac:chgData name="Vikram Gopalakrishnan" userId="65ac8b614915f0d1" providerId="LiveId" clId="{171BB317-D027-46EF-9B8C-993FABC8B09F}" dt="2025-09-09T04:46:46.438" v="16664" actId="20577"/>
          <ac:spMkLst>
            <pc:docMk/>
            <pc:sldMk cId="3384158859" sldId="344"/>
            <ac:spMk id="8" creationId="{3C925453-F37D-FA2F-90D2-318669E44089}"/>
          </ac:spMkLst>
        </pc:spChg>
        <pc:spChg chg="mod">
          <ac:chgData name="Vikram Gopalakrishnan" userId="65ac8b614915f0d1" providerId="LiveId" clId="{171BB317-D027-46EF-9B8C-993FABC8B09F}" dt="2025-09-07T03:45:58.157" v="4094" actId="20577"/>
          <ac:spMkLst>
            <pc:docMk/>
            <pc:sldMk cId="3384158859" sldId="344"/>
            <ac:spMk id="237" creationId="{57C36E6C-3763-521B-87F7-E6C27D3FA93C}"/>
          </ac:spMkLst>
        </pc:spChg>
        <pc:graphicFrameChg chg="add mod">
          <ac:chgData name="Vikram Gopalakrishnan" userId="65ac8b614915f0d1" providerId="LiveId" clId="{171BB317-D027-46EF-9B8C-993FABC8B09F}" dt="2025-09-09T00:00:59.682" v="14953"/>
          <ac:graphicFrameMkLst>
            <pc:docMk/>
            <pc:sldMk cId="3384158859" sldId="344"/>
            <ac:graphicFrameMk id="3" creationId="{6878F591-E6F5-480A-EE19-F9BD5AAD56FD}"/>
          </ac:graphicFrameMkLst>
        </pc:graphicFrameChg>
        <pc:graphicFrameChg chg="add mod">
          <ac:chgData name="Vikram Gopalakrishnan" userId="65ac8b614915f0d1" providerId="LiveId" clId="{171BB317-D027-46EF-9B8C-993FABC8B09F}" dt="2025-09-09T04:44:26.946" v="16592"/>
          <ac:graphicFrameMkLst>
            <pc:docMk/>
            <pc:sldMk cId="3384158859" sldId="344"/>
            <ac:graphicFrameMk id="5" creationId="{6878F591-E6F5-480A-EE19-F9BD5AAD56FD}"/>
          </ac:graphicFrameMkLst>
        </pc:graphicFrameChg>
        <pc:picChg chg="add del mod">
          <ac:chgData name="Vikram Gopalakrishnan" userId="65ac8b614915f0d1" providerId="LiveId" clId="{171BB317-D027-46EF-9B8C-993FABC8B09F}" dt="2025-09-09T04:44:12.826" v="16589" actId="478"/>
          <ac:picMkLst>
            <pc:docMk/>
            <pc:sldMk cId="3384158859" sldId="344"/>
            <ac:picMk id="4" creationId="{F004014A-4FE1-171C-68C5-BBF68B84025C}"/>
          </ac:picMkLst>
        </pc:picChg>
        <pc:picChg chg="add mod modCrop">
          <ac:chgData name="Vikram Gopalakrishnan" userId="65ac8b614915f0d1" providerId="LiveId" clId="{171BB317-D027-46EF-9B8C-993FABC8B09F}" dt="2025-09-09T04:46:04.799" v="16635" actId="1036"/>
          <ac:picMkLst>
            <pc:docMk/>
            <pc:sldMk cId="3384158859" sldId="344"/>
            <ac:picMk id="6" creationId="{6CFECA84-08F3-CB61-5C90-645440F875B4}"/>
          </ac:picMkLst>
        </pc:picChg>
      </pc:sldChg>
      <pc:sldChg chg="addSp delSp modSp add mod modNotesTx">
        <pc:chgData name="Vikram Gopalakrishnan" userId="65ac8b614915f0d1" providerId="LiveId" clId="{171BB317-D027-46EF-9B8C-993FABC8B09F}" dt="2025-09-09T15:17:03.434" v="23075" actId="20577"/>
        <pc:sldMkLst>
          <pc:docMk/>
          <pc:sldMk cId="2753815026" sldId="345"/>
        </pc:sldMkLst>
        <pc:spChg chg="del">
          <ac:chgData name="Vikram Gopalakrishnan" userId="65ac8b614915f0d1" providerId="LiveId" clId="{171BB317-D027-46EF-9B8C-993FABC8B09F}" dt="2025-09-09T00:02:24.011" v="14958" actId="478"/>
          <ac:spMkLst>
            <pc:docMk/>
            <pc:sldMk cId="2753815026" sldId="345"/>
            <ac:spMk id="2" creationId="{25AD045C-C5AB-2EC3-4807-FC53EC1035E2}"/>
          </ac:spMkLst>
        </pc:spChg>
        <pc:spChg chg="del mod topLvl">
          <ac:chgData name="Vikram Gopalakrishnan" userId="65ac8b614915f0d1" providerId="LiveId" clId="{171BB317-D027-46EF-9B8C-993FABC8B09F}" dt="2025-09-09T04:52:33.729" v="16731" actId="478"/>
          <ac:spMkLst>
            <pc:docMk/>
            <pc:sldMk cId="2753815026" sldId="345"/>
            <ac:spMk id="10" creationId="{A88C03DA-00E2-5D9E-A911-674E000EDD4E}"/>
          </ac:spMkLst>
        </pc:spChg>
        <pc:spChg chg="mod topLvl">
          <ac:chgData name="Vikram Gopalakrishnan" userId="65ac8b614915f0d1" providerId="LiveId" clId="{171BB317-D027-46EF-9B8C-993FABC8B09F}" dt="2025-09-09T05:01:59.659" v="16756" actId="1076"/>
          <ac:spMkLst>
            <pc:docMk/>
            <pc:sldMk cId="2753815026" sldId="345"/>
            <ac:spMk id="12" creationId="{AF7C7F99-9875-53E9-13B9-3E97EEA438BA}"/>
          </ac:spMkLst>
        </pc:spChg>
        <pc:spChg chg="del mod">
          <ac:chgData name="Vikram Gopalakrishnan" userId="65ac8b614915f0d1" providerId="LiveId" clId="{171BB317-D027-46EF-9B8C-993FABC8B09F}" dt="2025-09-09T04:52:25.442" v="16730" actId="478"/>
          <ac:spMkLst>
            <pc:docMk/>
            <pc:sldMk cId="2753815026" sldId="345"/>
            <ac:spMk id="13" creationId="{73C901D0-7217-76D2-9B79-C52BEEBD9FB5}"/>
          </ac:spMkLst>
        </pc:spChg>
        <pc:spChg chg="mod">
          <ac:chgData name="Vikram Gopalakrishnan" userId="65ac8b614915f0d1" providerId="LiveId" clId="{171BB317-D027-46EF-9B8C-993FABC8B09F}" dt="2025-09-09T00:39:45.328" v="15977" actId="20577"/>
          <ac:spMkLst>
            <pc:docMk/>
            <pc:sldMk cId="2753815026" sldId="345"/>
            <ac:spMk id="237" creationId="{225BC14A-B83A-951F-384B-E9D9F09B8831}"/>
          </ac:spMkLst>
        </pc:spChg>
        <pc:grpChg chg="add del mod">
          <ac:chgData name="Vikram Gopalakrishnan" userId="65ac8b614915f0d1" providerId="LiveId" clId="{171BB317-D027-46EF-9B8C-993FABC8B09F}" dt="2025-09-09T04:52:33.729" v="16731" actId="478"/>
          <ac:grpSpMkLst>
            <pc:docMk/>
            <pc:sldMk cId="2753815026" sldId="345"/>
            <ac:grpSpMk id="9" creationId="{596222B9-FA8A-26D1-9E44-8202FF040B74}"/>
          </ac:grpSpMkLst>
        </pc:grpChg>
        <pc:grpChg chg="del mod">
          <ac:chgData name="Vikram Gopalakrishnan" userId="65ac8b614915f0d1" providerId="LiveId" clId="{171BB317-D027-46EF-9B8C-993FABC8B09F}" dt="2025-09-09T04:52:25.442" v="16730" actId="478"/>
          <ac:grpSpMkLst>
            <pc:docMk/>
            <pc:sldMk cId="2753815026" sldId="345"/>
            <ac:grpSpMk id="11" creationId="{6B82F3CA-51D8-36B1-FFD7-7B2E5E8F93A0}"/>
          </ac:grpSpMkLst>
        </pc:grpChg>
        <pc:graphicFrameChg chg="add mod">
          <ac:chgData name="Vikram Gopalakrishnan" userId="65ac8b614915f0d1" providerId="LiveId" clId="{171BB317-D027-46EF-9B8C-993FABC8B09F}" dt="2025-09-09T00:02:26.928" v="14961"/>
          <ac:graphicFrameMkLst>
            <pc:docMk/>
            <pc:sldMk cId="2753815026" sldId="345"/>
            <ac:graphicFrameMk id="3" creationId="{68C90696-2C6C-7D9A-D99E-B8A9BE006D96}"/>
          </ac:graphicFrameMkLst>
        </pc:graphicFrameChg>
        <pc:graphicFrameChg chg="add mod">
          <ac:chgData name="Vikram Gopalakrishnan" userId="65ac8b614915f0d1" providerId="LiveId" clId="{171BB317-D027-46EF-9B8C-993FABC8B09F}" dt="2025-09-09T04:26:46.715" v="16470"/>
          <ac:graphicFrameMkLst>
            <pc:docMk/>
            <pc:sldMk cId="2753815026" sldId="345"/>
            <ac:graphicFrameMk id="5" creationId="{68C90696-2C6C-7D9A-D99E-B8A9BE006D96}"/>
          </ac:graphicFrameMkLst>
        </pc:graphicFrameChg>
        <pc:graphicFrameChg chg="add mod">
          <ac:chgData name="Vikram Gopalakrishnan" userId="65ac8b614915f0d1" providerId="LiveId" clId="{171BB317-D027-46EF-9B8C-993FABC8B09F}" dt="2025-09-09T04:49:32.299" v="16697"/>
          <ac:graphicFrameMkLst>
            <pc:docMk/>
            <pc:sldMk cId="2753815026" sldId="345"/>
            <ac:graphicFrameMk id="7" creationId="{68C90696-2C6C-7D9A-D99E-B8A9BE006D96}"/>
          </ac:graphicFrameMkLst>
        </pc:graphicFrameChg>
        <pc:picChg chg="add del mod">
          <ac:chgData name="Vikram Gopalakrishnan" userId="65ac8b614915f0d1" providerId="LiveId" clId="{171BB317-D027-46EF-9B8C-993FABC8B09F}" dt="2025-09-09T04:26:43.036" v="16467" actId="478"/>
          <ac:picMkLst>
            <pc:docMk/>
            <pc:sldMk cId="2753815026" sldId="345"/>
            <ac:picMk id="4" creationId="{C2213D10-569B-C1E2-10EF-5A94B2425230}"/>
          </ac:picMkLst>
        </pc:picChg>
        <pc:picChg chg="add del mod">
          <ac:chgData name="Vikram Gopalakrishnan" userId="65ac8b614915f0d1" providerId="LiveId" clId="{171BB317-D027-46EF-9B8C-993FABC8B09F}" dt="2025-09-09T04:49:20.333" v="16694" actId="478"/>
          <ac:picMkLst>
            <pc:docMk/>
            <pc:sldMk cId="2753815026" sldId="345"/>
            <ac:picMk id="6" creationId="{21A47B45-99B9-E09F-3075-3809CAD3D453}"/>
          </ac:picMkLst>
        </pc:picChg>
        <pc:picChg chg="add mod modCrop">
          <ac:chgData name="Vikram Gopalakrishnan" userId="65ac8b614915f0d1" providerId="LiveId" clId="{171BB317-D027-46EF-9B8C-993FABC8B09F}" dt="2025-09-09T04:55:10.900" v="16748" actId="1076"/>
          <ac:picMkLst>
            <pc:docMk/>
            <pc:sldMk cId="2753815026" sldId="345"/>
            <ac:picMk id="8" creationId="{9E46C0B7-025A-CA70-BEE5-47BC520997F6}"/>
          </ac:picMkLst>
        </pc:picChg>
      </pc:sldChg>
      <pc:sldChg chg="delSp add mod ord">
        <pc:chgData name="Vikram Gopalakrishnan" userId="65ac8b614915f0d1" providerId="LiveId" clId="{171BB317-D027-46EF-9B8C-993FABC8B09F}" dt="2025-09-07T21:15:03.141" v="4885"/>
        <pc:sldMkLst>
          <pc:docMk/>
          <pc:sldMk cId="3813222365" sldId="346"/>
        </pc:sldMkLst>
      </pc:sldChg>
      <pc:sldChg chg="addSp modSp add mod modNotesTx">
        <pc:chgData name="Vikram Gopalakrishnan" userId="65ac8b614915f0d1" providerId="LiveId" clId="{171BB317-D027-46EF-9B8C-993FABC8B09F}" dt="2025-09-09T15:16:42.677" v="23067" actId="20577"/>
        <pc:sldMkLst>
          <pc:docMk/>
          <pc:sldMk cId="3103826562" sldId="347"/>
        </pc:sldMkLst>
        <pc:spChg chg="mod">
          <ac:chgData name="Vikram Gopalakrishnan" userId="65ac8b614915f0d1" providerId="LiveId" clId="{171BB317-D027-46EF-9B8C-993FABC8B09F}" dt="2025-09-09T06:26:40.038" v="21544" actId="20577"/>
          <ac:spMkLst>
            <pc:docMk/>
            <pc:sldMk cId="3103826562" sldId="347"/>
            <ac:spMk id="2" creationId="{21734DD5-D564-B7A0-EE97-C6E5CDC03FCB}"/>
          </ac:spMkLst>
        </pc:spChg>
        <pc:spChg chg="mod">
          <ac:chgData name="Vikram Gopalakrishnan" userId="65ac8b614915f0d1" providerId="LiveId" clId="{171BB317-D027-46EF-9B8C-993FABC8B09F}" dt="2025-09-09T00:41:23.724" v="16152" actId="1076"/>
          <ac:spMkLst>
            <pc:docMk/>
            <pc:sldMk cId="3103826562" sldId="347"/>
            <ac:spMk id="237" creationId="{BBF0D385-5F97-2BF0-D40E-2BA382DDB6C8}"/>
          </ac:spMkLst>
        </pc:spChg>
        <pc:graphicFrameChg chg="add mod modGraphic">
          <ac:chgData name="Vikram Gopalakrishnan" userId="65ac8b614915f0d1" providerId="LiveId" clId="{171BB317-D027-46EF-9B8C-993FABC8B09F}" dt="2025-09-09T05:52:52.607" v="19988" actId="14734"/>
          <ac:graphicFrameMkLst>
            <pc:docMk/>
            <pc:sldMk cId="3103826562" sldId="347"/>
            <ac:graphicFrameMk id="3" creationId="{2DFE9898-52FD-0546-98AD-E90391507C52}"/>
          </ac:graphicFrameMkLst>
        </pc:graphicFrameChg>
      </pc:sldChg>
      <pc:sldChg chg="addSp delSp modSp add mod modNotesTx">
        <pc:chgData name="Vikram Gopalakrishnan" userId="65ac8b614915f0d1" providerId="LiveId" clId="{171BB317-D027-46EF-9B8C-993FABC8B09F}" dt="2025-09-09T05:37:12.385" v="18629" actId="20577"/>
        <pc:sldMkLst>
          <pc:docMk/>
          <pc:sldMk cId="554246076" sldId="348"/>
        </pc:sldMkLst>
        <pc:spChg chg="add mod">
          <ac:chgData name="Vikram Gopalakrishnan" userId="65ac8b614915f0d1" providerId="LiveId" clId="{171BB317-D027-46EF-9B8C-993FABC8B09F}" dt="2025-09-09T04:48:00.049" v="16686" actId="20577"/>
          <ac:spMkLst>
            <pc:docMk/>
            <pc:sldMk cId="554246076" sldId="348"/>
            <ac:spMk id="8" creationId="{66A35C6C-0D57-096F-31B5-60B963720C0B}"/>
          </ac:spMkLst>
        </pc:spChg>
        <pc:spChg chg="mod">
          <ac:chgData name="Vikram Gopalakrishnan" userId="65ac8b614915f0d1" providerId="LiveId" clId="{171BB317-D027-46EF-9B8C-993FABC8B09F}" dt="2025-09-08T23:57:22.641" v="14922" actId="20577"/>
          <ac:spMkLst>
            <pc:docMk/>
            <pc:sldMk cId="554246076" sldId="348"/>
            <ac:spMk id="237" creationId="{AE2AD2E0-FD54-ED1E-8A2F-B003F9C6C58D}"/>
          </ac:spMkLst>
        </pc:spChg>
        <pc:graphicFrameChg chg="add mod">
          <ac:chgData name="Vikram Gopalakrishnan" userId="65ac8b614915f0d1" providerId="LiveId" clId="{171BB317-D027-46EF-9B8C-993FABC8B09F}" dt="2025-09-09T04:23:27.949" v="16454"/>
          <ac:graphicFrameMkLst>
            <pc:docMk/>
            <pc:sldMk cId="554246076" sldId="348"/>
            <ac:graphicFrameMk id="5" creationId="{4FE090AF-138B-6663-BF7F-C86FD8D5FC53}"/>
          </ac:graphicFrameMkLst>
        </pc:graphicFrameChg>
        <pc:graphicFrameChg chg="add mod">
          <ac:chgData name="Vikram Gopalakrishnan" userId="65ac8b614915f0d1" providerId="LiveId" clId="{171BB317-D027-46EF-9B8C-993FABC8B09F}" dt="2025-09-09T04:23:31.730" v="16457"/>
          <ac:graphicFrameMkLst>
            <pc:docMk/>
            <pc:sldMk cId="554246076" sldId="348"/>
            <ac:graphicFrameMk id="6" creationId="{4FE090AF-138B-6663-BF7F-C86FD8D5FC53}"/>
          </ac:graphicFrameMkLst>
        </pc:graphicFrameChg>
        <pc:picChg chg="add del mod">
          <ac:chgData name="Vikram Gopalakrishnan" userId="65ac8b614915f0d1" providerId="LiveId" clId="{171BB317-D027-46EF-9B8C-993FABC8B09F}" dt="2025-09-09T04:23:13.113" v="16449" actId="478"/>
          <ac:picMkLst>
            <pc:docMk/>
            <pc:sldMk cId="554246076" sldId="348"/>
            <ac:picMk id="4" creationId="{867AD889-2AD7-5242-0A41-B6A71A9993CA}"/>
          </ac:picMkLst>
        </pc:picChg>
        <pc:picChg chg="add mod modCrop">
          <ac:chgData name="Vikram Gopalakrishnan" userId="65ac8b614915f0d1" providerId="LiveId" clId="{171BB317-D027-46EF-9B8C-993FABC8B09F}" dt="2025-09-09T04:47:54.231" v="16684" actId="732"/>
          <ac:picMkLst>
            <pc:docMk/>
            <pc:sldMk cId="554246076" sldId="348"/>
            <ac:picMk id="7" creationId="{580C83C9-C4D3-95D0-3924-49450E9523F5}"/>
          </ac:picMkLst>
        </pc:picChg>
      </pc:sldChg>
      <pc:sldChg chg="addSp delSp modSp add mod modAnim modNotesTx">
        <pc:chgData name="Vikram Gopalakrishnan" userId="65ac8b614915f0d1" providerId="LiveId" clId="{171BB317-D027-46EF-9B8C-993FABC8B09F}" dt="2025-09-09T05:39:13.363" v="19089" actId="20577"/>
        <pc:sldMkLst>
          <pc:docMk/>
          <pc:sldMk cId="1354939234" sldId="349"/>
        </pc:sldMkLst>
        <pc:spChg chg="add mod">
          <ac:chgData name="Vikram Gopalakrishnan" userId="65ac8b614915f0d1" providerId="LiveId" clId="{171BB317-D027-46EF-9B8C-993FABC8B09F}" dt="2025-09-09T05:03:12.510" v="16765" actId="1076"/>
          <ac:spMkLst>
            <pc:docMk/>
            <pc:sldMk cId="1354939234" sldId="349"/>
            <ac:spMk id="5" creationId="{062B7EF7-A0C2-ACB9-470A-8131ACCF0F09}"/>
          </ac:spMkLst>
        </pc:spChg>
        <pc:spChg chg="mod">
          <ac:chgData name="Vikram Gopalakrishnan" userId="65ac8b614915f0d1" providerId="LiveId" clId="{171BB317-D027-46EF-9B8C-993FABC8B09F}" dt="2025-09-09T00:39:59.821" v="15983" actId="20577"/>
          <ac:spMkLst>
            <pc:docMk/>
            <pc:sldMk cId="1354939234" sldId="349"/>
            <ac:spMk id="237" creationId="{7652348B-DBDB-47BD-0CF4-A46ECF889340}"/>
          </ac:spMkLst>
        </pc:spChg>
        <pc:graphicFrameChg chg="add mod">
          <ac:chgData name="Vikram Gopalakrishnan" userId="65ac8b614915f0d1" providerId="LiveId" clId="{171BB317-D027-46EF-9B8C-993FABC8B09F}" dt="2025-09-09T05:02:34.458" v="16759"/>
          <ac:graphicFrameMkLst>
            <pc:docMk/>
            <pc:sldMk cId="1354939234" sldId="349"/>
            <ac:graphicFrameMk id="2" creationId="{739C5152-AFA3-522D-01CA-B63E9FCADC24}"/>
          </ac:graphicFrameMkLst>
        </pc:graphicFrameChg>
        <pc:picChg chg="add mod modCrop">
          <ac:chgData name="Vikram Gopalakrishnan" userId="65ac8b614915f0d1" providerId="LiveId" clId="{171BB317-D027-46EF-9B8C-993FABC8B09F}" dt="2025-09-09T05:02:52.700" v="16763" actId="1076"/>
          <ac:picMkLst>
            <pc:docMk/>
            <pc:sldMk cId="1354939234" sldId="349"/>
            <ac:picMk id="3" creationId="{79A13F1D-2883-D083-CA09-D5E934D9B4C4}"/>
          </ac:picMkLst>
        </pc:picChg>
        <pc:picChg chg="del">
          <ac:chgData name="Vikram Gopalakrishnan" userId="65ac8b614915f0d1" providerId="LiveId" clId="{171BB317-D027-46EF-9B8C-993FABC8B09F}" dt="2025-09-09T02:07:08.028" v="16373" actId="478"/>
          <ac:picMkLst>
            <pc:docMk/>
            <pc:sldMk cId="1354939234" sldId="349"/>
            <ac:picMk id="4" creationId="{5B38538F-4337-5F69-128E-070C688A1153}"/>
          </ac:picMkLst>
        </pc:picChg>
      </pc:sldChg>
      <pc:sldChg chg="addSp modSp add mod modNotesTx">
        <pc:chgData name="Vikram Gopalakrishnan" userId="65ac8b614915f0d1" providerId="LiveId" clId="{171BB317-D027-46EF-9B8C-993FABC8B09F}" dt="2025-09-09T15:23:53.740" v="23859" actId="20577"/>
        <pc:sldMkLst>
          <pc:docMk/>
          <pc:sldMk cId="1073263301" sldId="350"/>
        </pc:sldMkLst>
        <pc:spChg chg="mod">
          <ac:chgData name="Vikram Gopalakrishnan" userId="65ac8b614915f0d1" providerId="LiveId" clId="{171BB317-D027-46EF-9B8C-993FABC8B09F}" dt="2025-09-09T06:27:47.621" v="21552" actId="404"/>
          <ac:spMkLst>
            <pc:docMk/>
            <pc:sldMk cId="1073263301" sldId="350"/>
            <ac:spMk id="2" creationId="{AE303211-1E7E-E5A0-42DA-DEB701F2440F}"/>
          </ac:spMkLst>
        </pc:spChg>
        <pc:spChg chg="add mod">
          <ac:chgData name="Vikram Gopalakrishnan" userId="65ac8b614915f0d1" providerId="LiveId" clId="{171BB317-D027-46EF-9B8C-993FABC8B09F}" dt="2025-09-09T15:11:36.272" v="23064" actId="207"/>
          <ac:spMkLst>
            <pc:docMk/>
            <pc:sldMk cId="1073263301" sldId="350"/>
            <ac:spMk id="7" creationId="{74335488-E29F-A3C0-C488-85D7F0E39E73}"/>
          </ac:spMkLst>
        </pc:spChg>
        <pc:picChg chg="add mod">
          <ac:chgData name="Vikram Gopalakrishnan" userId="65ac8b614915f0d1" providerId="LiveId" clId="{171BB317-D027-46EF-9B8C-993FABC8B09F}" dt="2025-09-09T15:11:58.554" v="23066" actId="1076"/>
          <ac:picMkLst>
            <pc:docMk/>
            <pc:sldMk cId="1073263301" sldId="350"/>
            <ac:picMk id="4" creationId="{B467D3B9-5082-42A9-2CA0-8F5DCD8DF448}"/>
          </ac:picMkLst>
        </pc:picChg>
        <pc:picChg chg="add mod modCrop">
          <ac:chgData name="Vikram Gopalakrishnan" userId="65ac8b614915f0d1" providerId="LiveId" clId="{171BB317-D027-46EF-9B8C-993FABC8B09F}" dt="2025-09-09T15:10:53.784" v="23020" actId="1076"/>
          <ac:picMkLst>
            <pc:docMk/>
            <pc:sldMk cId="1073263301" sldId="350"/>
            <ac:picMk id="6" creationId="{975CB698-7C26-660B-0619-4E7246FBB4CA}"/>
          </ac:picMkLst>
        </pc:picChg>
      </pc:sldChg>
      <pc:sldChg chg="addSp delSp modSp add mod delAnim modAnim modNotesTx">
        <pc:chgData name="Vikram Gopalakrishnan" userId="65ac8b614915f0d1" providerId="LiveId" clId="{171BB317-D027-46EF-9B8C-993FABC8B09F}" dt="2025-09-10T16:16:02.211" v="24196"/>
        <pc:sldMkLst>
          <pc:docMk/>
          <pc:sldMk cId="84806231" sldId="351"/>
        </pc:sldMkLst>
        <pc:spChg chg="mod">
          <ac:chgData name="Vikram Gopalakrishnan" userId="65ac8b614915f0d1" providerId="LiveId" clId="{171BB317-D027-46EF-9B8C-993FABC8B09F}" dt="2025-09-09T13:55:34.049" v="21934" actId="207"/>
          <ac:spMkLst>
            <pc:docMk/>
            <pc:sldMk cId="84806231" sldId="351"/>
            <ac:spMk id="3" creationId="{440AE3AC-0ED1-049C-462C-CDE51158BBEB}"/>
          </ac:spMkLst>
        </pc:spChg>
        <pc:spChg chg="del">
          <ac:chgData name="Vikram Gopalakrishnan" userId="65ac8b614915f0d1" providerId="LiveId" clId="{171BB317-D027-46EF-9B8C-993FABC8B09F}" dt="2025-09-09T06:19:14.534" v="21386" actId="478"/>
          <ac:spMkLst>
            <pc:docMk/>
            <pc:sldMk cId="84806231" sldId="351"/>
            <ac:spMk id="6" creationId="{5401675A-33A0-DBE6-5154-46C074991833}"/>
          </ac:spMkLst>
        </pc:spChg>
        <pc:spChg chg="del">
          <ac:chgData name="Vikram Gopalakrishnan" userId="65ac8b614915f0d1" providerId="LiveId" clId="{171BB317-D027-46EF-9B8C-993FABC8B09F}" dt="2025-09-09T06:19:15.284" v="21387" actId="478"/>
          <ac:spMkLst>
            <pc:docMk/>
            <pc:sldMk cId="84806231" sldId="351"/>
            <ac:spMk id="7" creationId="{73504917-54C7-2D94-261C-34DB54CC6B8C}"/>
          </ac:spMkLst>
        </pc:spChg>
        <pc:spChg chg="mod">
          <ac:chgData name="Vikram Gopalakrishnan" userId="65ac8b614915f0d1" providerId="LiveId" clId="{171BB317-D027-46EF-9B8C-993FABC8B09F}" dt="2025-09-09T06:18:57.162" v="21383" actId="20577"/>
          <ac:spMkLst>
            <pc:docMk/>
            <pc:sldMk cId="84806231" sldId="351"/>
            <ac:spMk id="237" creationId="{740778FE-423E-3D52-1B16-701E15A10CAC}"/>
          </ac:spMkLst>
        </pc:spChg>
        <pc:picChg chg="del">
          <ac:chgData name="Vikram Gopalakrishnan" userId="65ac8b614915f0d1" providerId="LiveId" clId="{171BB317-D027-46EF-9B8C-993FABC8B09F}" dt="2025-09-09T06:19:13.535" v="21385" actId="478"/>
          <ac:picMkLst>
            <pc:docMk/>
            <pc:sldMk cId="84806231" sldId="351"/>
            <ac:picMk id="2" creationId="{76C54589-478F-C61E-6A0A-FCABB3D8C696}"/>
          </ac:picMkLst>
        </pc:picChg>
        <pc:picChg chg="del">
          <ac:chgData name="Vikram Gopalakrishnan" userId="65ac8b614915f0d1" providerId="LiveId" clId="{171BB317-D027-46EF-9B8C-993FABC8B09F}" dt="2025-09-09T06:19:12.828" v="21384" actId="478"/>
          <ac:picMkLst>
            <pc:docMk/>
            <pc:sldMk cId="84806231" sldId="351"/>
            <ac:picMk id="4" creationId="{74548593-6E62-1E8E-BCB2-514E2431588D}"/>
          </ac:picMkLst>
        </pc:picChg>
        <pc:picChg chg="add mod">
          <ac:chgData name="Vikram Gopalakrishnan" userId="65ac8b614915f0d1" providerId="LiveId" clId="{171BB317-D027-46EF-9B8C-993FABC8B09F}" dt="2025-09-09T13:56:07.220" v="21939" actId="1076"/>
          <ac:picMkLst>
            <pc:docMk/>
            <pc:sldMk cId="84806231" sldId="351"/>
            <ac:picMk id="5" creationId="{B2E0B41C-950A-A858-ADB1-4B85D99790DD}"/>
          </ac:picMkLst>
        </pc:picChg>
        <pc:picChg chg="add mod">
          <ac:chgData name="Vikram Gopalakrishnan" userId="65ac8b614915f0d1" providerId="LiveId" clId="{171BB317-D027-46EF-9B8C-993FABC8B09F}" dt="2025-09-09T13:56:07.220" v="21939" actId="1076"/>
          <ac:picMkLst>
            <pc:docMk/>
            <pc:sldMk cId="84806231" sldId="351"/>
            <ac:picMk id="8" creationId="{BD4ACA6B-6FD7-1077-109A-77495E779B45}"/>
          </ac:picMkLst>
        </pc:picChg>
        <pc:picChg chg="add mod">
          <ac:chgData name="Vikram Gopalakrishnan" userId="65ac8b614915f0d1" providerId="LiveId" clId="{171BB317-D027-46EF-9B8C-993FABC8B09F}" dt="2025-09-09T13:56:07.220" v="21939" actId="1076"/>
          <ac:picMkLst>
            <pc:docMk/>
            <pc:sldMk cId="84806231" sldId="351"/>
            <ac:picMk id="9" creationId="{BB5BA7AE-5548-EEA7-1FFF-79E39564BD16}"/>
          </ac:picMkLst>
        </pc:picChg>
        <pc:picChg chg="add mod">
          <ac:chgData name="Vikram Gopalakrishnan" userId="65ac8b614915f0d1" providerId="LiveId" clId="{171BB317-D027-46EF-9B8C-993FABC8B09F}" dt="2025-09-09T13:56:07.220" v="21939" actId="1076"/>
          <ac:picMkLst>
            <pc:docMk/>
            <pc:sldMk cId="84806231" sldId="351"/>
            <ac:picMk id="10" creationId="{7AC866F2-7D48-EFE2-E7C4-47F395145846}"/>
          </ac:picMkLst>
        </pc:picChg>
        <pc:picChg chg="add mod">
          <ac:chgData name="Vikram Gopalakrishnan" userId="65ac8b614915f0d1" providerId="LiveId" clId="{171BB317-D027-46EF-9B8C-993FABC8B09F}" dt="2025-09-09T13:56:07.220" v="21939" actId="1076"/>
          <ac:picMkLst>
            <pc:docMk/>
            <pc:sldMk cId="84806231" sldId="351"/>
            <ac:picMk id="11" creationId="{31049CC8-F8ED-FD22-5C39-3B1482C4B1C1}"/>
          </ac:picMkLst>
        </pc:picChg>
        <pc:picChg chg="add mod">
          <ac:chgData name="Vikram Gopalakrishnan" userId="65ac8b614915f0d1" providerId="LiveId" clId="{171BB317-D027-46EF-9B8C-993FABC8B09F}" dt="2025-09-09T13:57:49.669" v="21954" actId="1076"/>
          <ac:picMkLst>
            <pc:docMk/>
            <pc:sldMk cId="84806231" sldId="351"/>
            <ac:picMk id="12" creationId="{E034377D-5FE6-BD14-21FF-B87318668CB2}"/>
          </ac:picMkLst>
        </pc:picChg>
        <pc:picChg chg="add mod">
          <ac:chgData name="Vikram Gopalakrishnan" userId="65ac8b614915f0d1" providerId="LiveId" clId="{171BB317-D027-46EF-9B8C-993FABC8B09F}" dt="2025-09-09T13:57:49.669" v="21954" actId="1076"/>
          <ac:picMkLst>
            <pc:docMk/>
            <pc:sldMk cId="84806231" sldId="351"/>
            <ac:picMk id="13" creationId="{7F021E2C-AF77-307E-B358-0B20191640D6}"/>
          </ac:picMkLst>
        </pc:picChg>
      </pc:sldChg>
      <pc:sldChg chg="add del">
        <pc:chgData name="Vikram Gopalakrishnan" userId="65ac8b614915f0d1" providerId="LiveId" clId="{171BB317-D027-46EF-9B8C-993FABC8B09F}" dt="2025-09-09T14:13:53.074" v="22882"/>
        <pc:sldMkLst>
          <pc:docMk/>
          <pc:sldMk cId="459832556" sldId="352"/>
        </pc:sldMkLst>
      </pc:sldChg>
      <pc:sldChg chg="modSp add mod">
        <pc:chgData name="Vikram Gopalakrishnan" userId="65ac8b614915f0d1" providerId="LiveId" clId="{171BB317-D027-46EF-9B8C-993FABC8B09F}" dt="2025-09-10T17:19:14.410" v="24214" actId="403"/>
        <pc:sldMkLst>
          <pc:docMk/>
          <pc:sldMk cId="1628591584" sldId="356"/>
        </pc:sldMkLst>
        <pc:spChg chg="mod">
          <ac:chgData name="Vikram Gopalakrishnan" userId="65ac8b614915f0d1" providerId="LiveId" clId="{171BB317-D027-46EF-9B8C-993FABC8B09F}" dt="2025-09-10T17:19:14.410" v="24214" actId="403"/>
          <ac:spMkLst>
            <pc:docMk/>
            <pc:sldMk cId="1628591584" sldId="356"/>
            <ac:spMk id="237" creationId="{8F0232B5-05BA-CE0D-064E-4B242F5A2FEB}"/>
          </ac:spMkLst>
        </pc:spChg>
      </pc:sldChg>
      <pc:sldMasterChg chg="delSldLayout">
        <pc:chgData name="Vikram Gopalakrishnan" userId="65ac8b614915f0d1" providerId="LiveId" clId="{171BB317-D027-46EF-9B8C-993FABC8B09F}" dt="2025-09-04T02:10:15.878" v="1464" actId="47"/>
        <pc:sldMasterMkLst>
          <pc:docMk/>
          <pc:sldMasterMk cId="0" sldId="2147483702"/>
        </pc:sldMasterMkLst>
        <pc:sldLayoutChg chg="del">
          <pc:chgData name="Vikram Gopalakrishnan" userId="65ac8b614915f0d1" providerId="LiveId" clId="{171BB317-D027-46EF-9B8C-993FABC8B09F}" dt="2025-09-04T02:10:15.878" v="1464" actId="47"/>
          <pc:sldLayoutMkLst>
            <pc:docMk/>
            <pc:sldMasterMk cId="0" sldId="2147483702"/>
            <pc:sldLayoutMk cId="1517380876" sldId="214748370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1f503fbdc0_1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g1f503fbdc0_1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r>
              <a:rPr lang="en-US" dirty="0"/>
              <a:t>Hello everyone, I’m Vikram from ASU, I am excited to present the MLCAD 2025 Contest — </a:t>
            </a:r>
            <a:r>
              <a:rPr lang="en-US" i="1" dirty="0"/>
              <a:t>ReSynthAI: Physical-aware Logic Resynthesis using AI.</a:t>
            </a:r>
            <a:r>
              <a:rPr lang="en-US" dirty="0"/>
              <a:t> </a:t>
            </a:r>
          </a:p>
          <a:p>
            <a:pPr marL="0" marR="0" lvl="0" indent="0" algn="l" rtl="0">
              <a:spcBef>
                <a:spcPts val="0"/>
              </a:spcBef>
              <a:spcAft>
                <a:spcPts val="0"/>
              </a:spcAft>
              <a:buClr>
                <a:schemeClr val="dk1"/>
              </a:buClr>
              <a:buFont typeface="Arial"/>
              <a:buNone/>
            </a:pPr>
            <a:r>
              <a:rPr lang="en-US" dirty="0"/>
              <a:t>This contest was jointly organized by ASU and NVIDIA. These are the organizers involved in this contest.</a:t>
            </a:r>
            <a:endParaRPr sz="11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E67196B7-17AB-101C-1E8A-0FD5D71778C6}"/>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FBD0E8AF-F3A5-34E1-7A44-2635B291B454}"/>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the outline of this presentation. I will give a motivation and background for this contest, followed by the problem statement. Then I will go over the benchmarks and evaluation methodology of this contest. Finally I will go over the result statistics and announce the winners.</a:t>
            </a:r>
            <a:endParaRPr dirty="0"/>
          </a:p>
        </p:txBody>
      </p:sp>
      <p:sp>
        <p:nvSpPr>
          <p:cNvPr id="235" name="Google Shape;235;g2f6e1af235b_1_73:notes">
            <a:extLst>
              <a:ext uri="{FF2B5EF4-FFF2-40B4-BE49-F238E27FC236}">
                <a16:creationId xmlns:a16="http://schemas.microsoft.com/office/drawing/2014/main" id="{AD13D88D-69C6-F5F0-44AF-CD483C8A29DE}"/>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7643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CEA9A31A-0430-3B74-E5B2-17381406C395}"/>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100CF719-4316-EBEF-B037-B52A72BB2FEF}"/>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139700" indent="0">
              <a:buNone/>
            </a:pPr>
            <a:r>
              <a:rPr lang="en-US" dirty="0"/>
              <a:t>Contests play a key role in driving research. They define clear, challenging problems and provide standard benchmarks and evaluation metrics, ensuring fair and reproducible comparisons. They lower the barrier to entry for non-</a:t>
            </a:r>
            <a:r>
              <a:rPr lang="en-US" dirty="0" err="1"/>
              <a:t>eda</a:t>
            </a:r>
            <a:r>
              <a:rPr lang="en-US" dirty="0"/>
              <a:t> experts, and they foster collaboration between academia and industry by aligning research with real-world design problems. </a:t>
            </a:r>
          </a:p>
          <a:p>
            <a:pPr marL="139700" indent="0">
              <a:buNone/>
            </a:pPr>
            <a:r>
              <a:rPr lang="en-US" dirty="0"/>
              <a:t>[CLICK]</a:t>
            </a:r>
          </a:p>
          <a:p>
            <a:pPr marL="139700" indent="0">
              <a:buNone/>
            </a:pPr>
            <a:r>
              <a:rPr lang="en-US" dirty="0"/>
              <a:t>The picture here is from a talk by Professor Matthew </a:t>
            </a:r>
            <a:r>
              <a:rPr lang="en-US" dirty="0" err="1"/>
              <a:t>Guthaus</a:t>
            </a:r>
            <a:r>
              <a:rPr lang="en-US" dirty="0"/>
              <a:t> at ISPD 2025. As a part of his talk he showed that, there’s a noticeable increase in paper submissions in a particular topic, based on the most recent contest. For example, in ISPD 2005 and 2006 there was a contest on placement and that increased the research in the topic of placement with lot more citations and papers in that area, as shown by the green circles. Similarly, for routing and congestion in the years to follow. This really highlights how critical contests are in shaping and accelerating research.</a:t>
            </a:r>
          </a:p>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0EFA9EAB-4787-7216-FDF0-2118B67C1738}"/>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7051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17012929-8BA5-BECF-B0C9-F05327F7D67C}"/>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FD4B9731-1E70-6D0E-B9BB-446C181162B5}"/>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just saw how contests spark innovation and drive research forward. Now, the natural question is — what is the pressing challenge we want to highlight through this contest? One of the biggest gaps today lies in how logic optimization is done.</a:t>
            </a:r>
          </a:p>
          <a:p>
            <a:pPr marL="0" lvl="0" indent="0" algn="l" rtl="0">
              <a:spcBef>
                <a:spcPts val="0"/>
              </a:spcBef>
              <a:spcAft>
                <a:spcPts val="0"/>
              </a:spcAft>
              <a:buNone/>
            </a:pPr>
            <a:r>
              <a:rPr lang="en-US" dirty="0"/>
              <a:t>Traditionally circuit optimization in post-synthesis stage relies on heuristic-based models that are often inaccurate in incorporating physical information. Accurate physical awareness is required to prevent expensive downstream ECO loops. Hence by bringing in accurate physical awareness we can reduce design cycles and can lower time to market and ML can play a big role here — by building models that capture physical effects more accurately.</a:t>
            </a:r>
          </a:p>
          <a:p>
            <a:pPr marL="0" lvl="0" indent="0" algn="l" rtl="0">
              <a:spcBef>
                <a:spcPts val="0"/>
              </a:spcBef>
              <a:spcAft>
                <a:spcPts val="0"/>
              </a:spcAft>
              <a:buNone/>
            </a:pPr>
            <a:r>
              <a:rPr lang="en-US" dirty="0"/>
              <a:t>[CLICK]</a:t>
            </a:r>
          </a:p>
          <a:p>
            <a:pPr marL="0" lvl="0" indent="0" algn="l" rtl="0">
              <a:spcBef>
                <a:spcPts val="0"/>
              </a:spcBef>
              <a:spcAft>
                <a:spcPts val="0"/>
              </a:spcAft>
              <a:buNone/>
            </a:pPr>
            <a:r>
              <a:rPr lang="en-US" dirty="0"/>
              <a:t>Therefore, the focus of this contest is on logic optimization after floorplan stage by incorporating physical information.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The picture here highlights the stage in the PD flow that this contest focuses on. In this contest, once the Floorplanning is done, the participants are required to perform resynthesis of the original netlist in a way that the resynthesized netlist will have better timing numbers with minimal effects on power and routability when it is taken through placement and global routing, while also ensuring logical equivalence with the original netlist.</a:t>
            </a:r>
          </a:p>
          <a:p>
            <a:pPr marL="0" lvl="0" indent="0" algn="l" rtl="0">
              <a:spcBef>
                <a:spcPts val="0"/>
              </a:spcBef>
              <a:spcAft>
                <a:spcPts val="0"/>
              </a:spcAft>
              <a:buNone/>
            </a:pPr>
            <a:endParaRPr lang="en-US" dirty="0"/>
          </a:p>
        </p:txBody>
      </p:sp>
      <p:sp>
        <p:nvSpPr>
          <p:cNvPr id="235" name="Google Shape;235;g2f6e1af235b_1_73:notes">
            <a:extLst>
              <a:ext uri="{FF2B5EF4-FFF2-40B4-BE49-F238E27FC236}">
                <a16:creationId xmlns:a16="http://schemas.microsoft.com/office/drawing/2014/main" id="{3BE34C31-3B9E-A6D2-496B-A7B6BF09C803}"/>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3358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8601297E-4577-691F-9E97-E7A9CE14A034}"/>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5AD994EC-C435-7231-899D-71E539A983C2}"/>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As I mentioned goal of physical aware logic resynthesis is to apply timing optimization techniques on the design in a way that the post PNR timing metrics are improved while having minimal increase on congestion and power.</a:t>
            </a:r>
            <a:br>
              <a:rPr lang="en-US" dirty="0"/>
            </a:br>
            <a:r>
              <a:rPr lang="en-US" dirty="0"/>
              <a:t>Building a physical-aware resynthesis tool is not trivial. </a:t>
            </a:r>
          </a:p>
          <a:p>
            <a:pPr marL="0" lvl="0" indent="0" algn="l" rtl="0">
              <a:spcBef>
                <a:spcPts val="0"/>
              </a:spcBef>
              <a:spcAft>
                <a:spcPts val="0"/>
              </a:spcAft>
              <a:buNone/>
            </a:pPr>
            <a:r>
              <a:rPr lang="en-US" dirty="0"/>
              <a:t>[CLICK] There are multiple transformations such as [CLICK] logic restructuring, [CLICK] </a:t>
            </a:r>
            <a:r>
              <a:rPr lang="en-US" dirty="0" err="1"/>
              <a:t>vt</a:t>
            </a:r>
            <a:r>
              <a:rPr lang="en-US" dirty="0"/>
              <a:t> swapping, [CLICK] gate sizing, [CLICK] logic restructuring, [CLICK] gate cloning and, [CLICK] buffer insertion, and are available and logic optimization requires selection of right transformation or the sequence of right </a:t>
            </a:r>
            <a:r>
              <a:rPr lang="en-US" dirty="0" err="1"/>
              <a:t>transfromations</a:t>
            </a:r>
            <a:r>
              <a:rPr lang="en-US" dirty="0"/>
              <a:t> for each timing path, while ensuring logical equivalence. </a:t>
            </a:r>
          </a:p>
          <a:p>
            <a:pPr marL="0" lvl="0" indent="0" algn="l" rtl="0">
              <a:spcBef>
                <a:spcPts val="0"/>
              </a:spcBef>
              <a:spcAft>
                <a:spcPts val="0"/>
              </a:spcAft>
              <a:buNone/>
            </a:pPr>
            <a:r>
              <a:rPr lang="en-US" dirty="0"/>
              <a:t>[CLICK] The delay models are non-convex, so we need an accurate way to model them. </a:t>
            </a:r>
          </a:p>
          <a:p>
            <a:pPr marL="0" lvl="0" indent="0" algn="l" rtl="0">
              <a:spcBef>
                <a:spcPts val="0"/>
              </a:spcBef>
              <a:spcAft>
                <a:spcPts val="0"/>
              </a:spcAft>
              <a:buNone/>
            </a:pPr>
            <a:r>
              <a:rPr lang="en-US" dirty="0"/>
              <a:t>[CLICK] Additionally, the number of timing paths in the design can be extremely large, where fixing one logic path can introduce violation in the other. </a:t>
            </a:r>
            <a:br>
              <a:rPr lang="en-US" dirty="0"/>
            </a:br>
            <a:r>
              <a:rPr lang="en-US" dirty="0"/>
              <a:t>[CLICK] Fixing the timing violations should not cause a significant increase in power.</a:t>
            </a:r>
            <a:br>
              <a:rPr lang="en-US" dirty="0"/>
            </a:br>
            <a:endParaRPr lang="en-US" dirty="0"/>
          </a:p>
        </p:txBody>
      </p:sp>
      <p:sp>
        <p:nvSpPr>
          <p:cNvPr id="235" name="Google Shape;235;g2f6e1af235b_1_73:notes">
            <a:extLst>
              <a:ext uri="{FF2B5EF4-FFF2-40B4-BE49-F238E27FC236}">
                <a16:creationId xmlns:a16="http://schemas.microsoft.com/office/drawing/2014/main" id="{EFF8F396-F29C-91FA-2E15-A44F83632B38}"/>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8295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AB59C21F-EFAA-3C1A-4FA0-451D9B2EB7D2}"/>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03E8A63B-A3F8-929F-356D-3A5C99F7B4A7}"/>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139700" indent="0">
              <a:buNone/>
            </a:pPr>
            <a:r>
              <a:rPr lang="en-US" dirty="0"/>
              <a:t>This contest makes five important contributions.</a:t>
            </a:r>
          </a:p>
          <a:p>
            <a:pPr marL="139700" indent="0">
              <a:buNone/>
            </a:pPr>
            <a:r>
              <a:rPr lang="en-US" dirty="0"/>
              <a:t>[CLICK]</a:t>
            </a:r>
            <a:br>
              <a:rPr lang="en-US" dirty="0"/>
            </a:br>
            <a:r>
              <a:rPr lang="en-US" dirty="0"/>
              <a:t>First this contest lowers the barrier for non-EDA experts by offering ML-friendly formats. </a:t>
            </a:r>
          </a:p>
          <a:p>
            <a:pPr marL="139700" indent="0">
              <a:buNone/>
            </a:pPr>
            <a:r>
              <a:rPr lang="en-US" dirty="0"/>
              <a:t>[CLICK] second, We demonstrate ML integration inside EDA tools with OpenROAD APIs. </a:t>
            </a:r>
          </a:p>
          <a:p>
            <a:pPr marL="139700" indent="0">
              <a:buNone/>
            </a:pPr>
            <a:r>
              <a:rPr lang="en-US" dirty="0"/>
              <a:t>[CLICK] third, Logical equivalence is a challenge, this contest drove the open sourcing of NVDIA’s GPU accelerated gate level simulation tool called GL0AM, to help quickly eliminate netlists that don't meet logical equivalence. </a:t>
            </a:r>
          </a:p>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[CLICK] fourth We provide updated benchmarks in ASAP7, along with evaluation scripts particular to logic resynthesis. </a:t>
            </a:r>
          </a:p>
          <a:p>
            <a:pPr marL="139700" indent="0">
              <a:buNone/>
            </a:pPr>
            <a:r>
              <a:rPr lang="en-US" dirty="0"/>
              <a:t>[CLICK] And the last contribution is that we encourage ML and GPU-based resynthesis tools that consider the effect of placement and routing in design </a:t>
            </a:r>
            <a:r>
              <a:rPr lang="en-US" dirty="0" err="1"/>
              <a:t>optmization</a:t>
            </a:r>
            <a:r>
              <a:rPr lang="en-US" dirty="0"/>
              <a:t>.</a:t>
            </a:r>
          </a:p>
        </p:txBody>
      </p:sp>
      <p:sp>
        <p:nvSpPr>
          <p:cNvPr id="235" name="Google Shape;235;g2f6e1af235b_1_73:notes">
            <a:extLst>
              <a:ext uri="{FF2B5EF4-FFF2-40B4-BE49-F238E27FC236}">
                <a16:creationId xmlns:a16="http://schemas.microsoft.com/office/drawing/2014/main" id="{B3A2540F-9618-5058-9779-2F7B1F4CD407}"/>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2200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0A93CDE9-ABC2-BFA8-1B30-C957E64E3682}"/>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19562662-1BAB-B05C-C27C-943A8FE08C22}"/>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These are the three closely related contests in the past. All of these three contest are related to the logic gate sizing problem only. These three contests are ISPD 2012, 2013 and ICCAD 2024.</a:t>
            </a:r>
          </a:p>
          <a:p>
            <a:pPr marL="0" lvl="0" indent="0" algn="l" rtl="0">
              <a:spcBef>
                <a:spcPts val="0"/>
              </a:spcBef>
              <a:spcAft>
                <a:spcPts val="0"/>
              </a:spcAft>
              <a:buNone/>
            </a:pPr>
            <a:br>
              <a:rPr lang="en-US" dirty="0"/>
            </a:br>
            <a:r>
              <a:rPr lang="en-US" dirty="0"/>
              <a:t>[CLICK]</a:t>
            </a:r>
          </a:p>
          <a:p>
            <a:pPr marL="0" lvl="0" indent="0" algn="l" rtl="0">
              <a:spcBef>
                <a:spcPts val="0"/>
              </a:spcBef>
              <a:spcAft>
                <a:spcPts val="0"/>
              </a:spcAft>
              <a:buNone/>
            </a:pPr>
            <a:r>
              <a:rPr lang="en-US" dirty="0"/>
              <a:t>Compared to the ISPD contests this contest promotes more ML / GPU acceleration techniques by providing ML friendly data formats and python APIs in OpenROAD. </a:t>
            </a:r>
          </a:p>
          <a:p>
            <a:pPr marL="0" lvl="0" indent="0" algn="l" rtl="0">
              <a:spcBef>
                <a:spcPts val="0"/>
              </a:spcBef>
              <a:spcAft>
                <a:spcPts val="0"/>
              </a:spcAft>
              <a:buNone/>
            </a:pPr>
            <a:r>
              <a:rPr lang="en-US" dirty="0"/>
              <a:t>[CLICK] Though ICCAD 24 contest had the ML friendly formats major difference between this and those contests is that we are not constrained only to gate sizing the participants are open to apply any type of transformation. </a:t>
            </a:r>
          </a:p>
          <a:p>
            <a:pPr marL="0" lvl="0" indent="0" algn="l" rtl="0">
              <a:spcBef>
                <a:spcPts val="0"/>
              </a:spcBef>
              <a:spcAft>
                <a:spcPts val="0"/>
              </a:spcAft>
              <a:buNone/>
            </a:pPr>
            <a:r>
              <a:rPr lang="en-US" dirty="0"/>
              <a:t>[CLICK] Unlike ICCAD contest which worked on post placement stage netlist we work on post floorplan netlist and incorporate physical information from after the global routing stage.</a:t>
            </a:r>
          </a:p>
        </p:txBody>
      </p:sp>
      <p:sp>
        <p:nvSpPr>
          <p:cNvPr id="235" name="Google Shape;235;g2f6e1af235b_1_73:notes">
            <a:extLst>
              <a:ext uri="{FF2B5EF4-FFF2-40B4-BE49-F238E27FC236}">
                <a16:creationId xmlns:a16="http://schemas.microsoft.com/office/drawing/2014/main" id="{5A4E3F1D-352A-73B1-5C77-119917EFC56E}"/>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0825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CF441141-B41C-092A-4BCE-C2DB06C4682E}"/>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240CB285-A1C4-C042-BB2D-C05FB3EDE4C0}"/>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5CB898F5-3CB5-3976-FD55-10C081539183}"/>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9700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177274F5-583A-664D-D0CA-D64283D5EEB7}"/>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9D1B0181-6886-DF5D-E08D-BC9284791531}"/>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contest is setup as constraint optimization problem, and the goal is to use ML/ GPU accelerated methods to perform logic optimization.</a:t>
            </a:r>
          </a:p>
          <a:p>
            <a:pPr marL="0" lvl="0" indent="0" algn="l" rtl="0">
              <a:spcBef>
                <a:spcPts val="0"/>
              </a:spcBef>
              <a:spcAft>
                <a:spcPts val="0"/>
              </a:spcAft>
              <a:buNone/>
            </a:pPr>
            <a:r>
              <a:rPr lang="en-US" dirty="0"/>
              <a:t>The constraint optimization problem is defined on this slide, where the goal is to minimize leakage power subject to the constraints listed in screen here. Where slack of every pin has to be non negative. Slew and load cap of every pin has to be less than the specified limits and there must be no congestion overflows in any </a:t>
            </a:r>
            <a:r>
              <a:rPr lang="en-US" dirty="0" err="1"/>
              <a:t>gcell</a:t>
            </a:r>
            <a:r>
              <a:rPr lang="en-US" dirty="0"/>
              <a:t> post global route. </a:t>
            </a:r>
          </a:p>
        </p:txBody>
      </p:sp>
      <p:sp>
        <p:nvSpPr>
          <p:cNvPr id="235" name="Google Shape;235;g2f6e1af235b_1_73:notes">
            <a:extLst>
              <a:ext uri="{FF2B5EF4-FFF2-40B4-BE49-F238E27FC236}">
                <a16:creationId xmlns:a16="http://schemas.microsoft.com/office/drawing/2014/main" id="{3862987A-0A17-525C-89C8-55977B125C06}"/>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9661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995F2337-0536-FCAF-4627-F89AFABDC6A5}"/>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5F3F7AAF-A780-7F76-AEBE-43380A01C112}"/>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139700" indent="0">
              <a:buNone/>
            </a:pPr>
            <a:r>
              <a:rPr lang="en-US" dirty="0"/>
              <a:t>The contest provides two flows, both built on top of OpenROAD. The idea is to give participants flexibility in how they develop their </a:t>
            </a:r>
            <a:r>
              <a:rPr lang="en-US" dirty="0" err="1"/>
              <a:t>resynthesizer</a:t>
            </a:r>
            <a:r>
              <a:rPr lang="en-US" dirty="0"/>
              <a:t>.</a:t>
            </a:r>
          </a:p>
          <a:p>
            <a:pPr marL="139700" indent="0">
              <a:buNone/>
            </a:pPr>
            <a:r>
              <a:rPr lang="en-US" dirty="0"/>
              <a:t>[CLICK – Flow 1]</a:t>
            </a:r>
            <a:br>
              <a:rPr lang="en-US" dirty="0"/>
            </a:br>
            <a:r>
              <a:rPr lang="en-US" dirty="0"/>
              <a:t>Flow 1 uses the CircuitOps format. CircuitOps is a ML friendly data format to store EDA design data. It uses LPGs shown here to represent a circuit and it uses Intermediate representation tables , also called as IR tables to store the properties associated with different nodes. This is in csv format. This ML-friendly representation, makes it easier for non-EDA experts or ML researchers to work with circuit data and apply ML or GPU-accelerated approaches without worrying about parsing complex EDA formats.</a:t>
            </a:r>
          </a:p>
          <a:p>
            <a:pPr marL="139700" indent="0">
              <a:buNone/>
            </a:pPr>
            <a:r>
              <a:rPr lang="en-US" dirty="0"/>
              <a:t>[CLICK – Flow 2]</a:t>
            </a:r>
            <a:br>
              <a:rPr lang="en-US" dirty="0"/>
            </a:br>
            <a:r>
              <a:rPr lang="en-US" dirty="0"/>
              <a:t>Flow 2, on the other hand, uses standard EDA files and OpenROAD APIs. This is a more traditional approach, it can be used by people who are more familiar with EDA tools.</a:t>
            </a:r>
          </a:p>
          <a:p>
            <a:pPr marL="0" lvl="0" indent="0" algn="l" rtl="0">
              <a:spcBef>
                <a:spcPts val="0"/>
              </a:spcBef>
              <a:spcAft>
                <a:spcPts val="0"/>
              </a:spcAft>
              <a:buNone/>
            </a:pPr>
            <a:endParaRPr lang="en-US" dirty="0"/>
          </a:p>
        </p:txBody>
      </p:sp>
      <p:sp>
        <p:nvSpPr>
          <p:cNvPr id="235" name="Google Shape;235;g2f6e1af235b_1_73:notes">
            <a:extLst>
              <a:ext uri="{FF2B5EF4-FFF2-40B4-BE49-F238E27FC236}">
                <a16:creationId xmlns:a16="http://schemas.microsoft.com/office/drawing/2014/main" id="{81DC0E24-DEFF-6941-01AC-D47EF82494E3}"/>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5245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D4243DC-B7FB-28EE-FB06-4D9DAA2A4755}"/>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93E1332E-B68E-4934-79D6-95B14CE9AD5D}"/>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139700" indent="0">
              <a:buNone/>
            </a:pPr>
            <a:r>
              <a:rPr lang="en-US" dirty="0"/>
              <a:t>We provided supporting and example scripts using </a:t>
            </a:r>
            <a:r>
              <a:rPr lang="en-US" dirty="0" err="1"/>
              <a:t>OpenROAD’s</a:t>
            </a:r>
            <a:r>
              <a:rPr lang="en-US" dirty="0"/>
              <a:t> Python API for both flows.  We provided scripts to run the entire evaluation that is </a:t>
            </a:r>
            <a:r>
              <a:rPr lang="en-US" dirty="0" err="1"/>
              <a:t>runnimg</a:t>
            </a:r>
            <a:r>
              <a:rPr lang="en-US" dirty="0"/>
              <a:t> placement and global routing using OpenROAD and to extract timing metrics. We also provided </a:t>
            </a:r>
            <a:r>
              <a:rPr lang="en-US" dirty="0" err="1"/>
              <a:t>circuitops</a:t>
            </a:r>
            <a:r>
              <a:rPr lang="en-US" dirty="0"/>
              <a:t> related scripts to generated the IR tables using OpenROAD. In addition to that we provided an example script which has implementation of different logic transformations </a:t>
            </a:r>
            <a:r>
              <a:rPr lang="en-US" dirty="0" err="1"/>
              <a:t>usingOpenROAD</a:t>
            </a:r>
            <a:r>
              <a:rPr lang="en-US" dirty="0"/>
              <a:t> python APIs. This facilitated the participants to easily adopt any of these two flows and implement their </a:t>
            </a:r>
            <a:r>
              <a:rPr lang="en-US" dirty="0" err="1"/>
              <a:t>resynthesizer</a:t>
            </a:r>
            <a:r>
              <a:rPr lang="en-US" dirty="0"/>
              <a:t>.</a:t>
            </a:r>
          </a:p>
          <a:p>
            <a:pPr marL="0" lvl="0" indent="0" algn="l" rtl="0">
              <a:spcBef>
                <a:spcPts val="0"/>
              </a:spcBef>
              <a:spcAft>
                <a:spcPts val="0"/>
              </a:spcAft>
              <a:buNone/>
            </a:pPr>
            <a:endParaRPr lang="en-US" dirty="0"/>
          </a:p>
        </p:txBody>
      </p:sp>
      <p:sp>
        <p:nvSpPr>
          <p:cNvPr id="235" name="Google Shape;235;g2f6e1af235b_1_73:notes">
            <a:extLst>
              <a:ext uri="{FF2B5EF4-FFF2-40B4-BE49-F238E27FC236}">
                <a16:creationId xmlns:a16="http://schemas.microsoft.com/office/drawing/2014/main" id="{0C98C742-DA6D-AAA3-EA99-63A090D99290}"/>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0407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4E57BD5-1686-A31E-F2E0-5D67E51065EA}"/>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26A9E04E-B6CE-2A88-CBF5-F2C768DD93DA}"/>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BEED1C66-ECDD-4EFA-B51D-662D8BCD5ABB}"/>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5950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6637CC7B-F9FE-7933-F4C5-DFD0F3787EDF}"/>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63D74262-E2B6-EB69-C2E5-D0605182EDC2}"/>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released 12 benchmarks in ASAP7 tech node for this contest: Among these, 8 designs from the TILOS </a:t>
            </a:r>
            <a:r>
              <a:rPr lang="en-US" dirty="0" err="1"/>
              <a:t>MacroPlacement</a:t>
            </a:r>
            <a:r>
              <a:rPr lang="en-US" dirty="0"/>
              <a:t> repo and 4 from IWLS 2005. The synthesis and Floorplanning of these designs are done with commercial tools, and then the gate level netlist and the floorplan def were taken till global-route stage using OpenROAD. And then RC extraction is done and the timing reports are generated using </a:t>
            </a:r>
            <a:r>
              <a:rPr lang="en-US" dirty="0" err="1"/>
              <a:t>OpenSTA</a:t>
            </a:r>
            <a:r>
              <a:rPr lang="en-US" dirty="0"/>
              <a:t>. This post global route timing metrics were given as the baseline metrics for the contest.</a:t>
            </a:r>
            <a:br>
              <a:rPr lang="en-US" dirty="0"/>
            </a:br>
            <a:r>
              <a:rPr lang="en-US" dirty="0"/>
              <a:t>As we saw earlier we provided input formats that supported both the flows. </a:t>
            </a:r>
            <a:br>
              <a:rPr lang="en-US" dirty="0"/>
            </a:br>
            <a:r>
              <a:rPr lang="en-US" dirty="0"/>
              <a:t>[CLICK] For the std format based flow the participants were provided the original gate-level netlist, floorplan def, and SDC file.</a:t>
            </a:r>
            <a:br>
              <a:rPr lang="en-US" dirty="0"/>
            </a:br>
            <a:r>
              <a:rPr lang="en-US" dirty="0"/>
              <a:t>[CLICK] To enable the CircuitOps based flow we provided the </a:t>
            </a:r>
            <a:r>
              <a:rPr lang="en-US" dirty="0" err="1"/>
              <a:t>circuitops</a:t>
            </a:r>
            <a:r>
              <a:rPr lang="en-US" dirty="0"/>
              <a:t> IR tables at the floorplan and post global route stages.</a:t>
            </a:r>
            <a:endParaRPr dirty="0"/>
          </a:p>
        </p:txBody>
      </p:sp>
      <p:sp>
        <p:nvSpPr>
          <p:cNvPr id="235" name="Google Shape;235;g2f6e1af235b_1_73:notes">
            <a:extLst>
              <a:ext uri="{FF2B5EF4-FFF2-40B4-BE49-F238E27FC236}">
                <a16:creationId xmlns:a16="http://schemas.microsoft.com/office/drawing/2014/main" id="{3472B7B8-1DEA-4925-9C74-4DA66B7A712B}"/>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8777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3C0B46A-7807-C329-0F5E-A9251A7F9A85}"/>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958B4EDA-6392-06B1-82AC-116248FD0725}"/>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slide shows the baseline metrics of this contest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[CLICK] this column shows the instance count of these testcases. The instance count varies from 10k to 150k instances.</a:t>
            </a:r>
            <a:br>
              <a:rPr lang="en-US" dirty="0"/>
            </a:br>
            <a:r>
              <a:rPr lang="en-US" dirty="0"/>
              <a:t>[CLICK] WNS of the designs varies from 60ps to 2ns</a:t>
            </a:r>
            <a:br>
              <a:rPr lang="en-US" dirty="0"/>
            </a:br>
            <a:r>
              <a:rPr lang="en-US" dirty="0"/>
              <a:t>[CLICK] These two columns show the total slew violation difference and total load cap violation difference. The formulas for these are provided here.</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[CLICK] And this column shows the leakage power of these designs.</a:t>
            </a:r>
          </a:p>
        </p:txBody>
      </p:sp>
      <p:sp>
        <p:nvSpPr>
          <p:cNvPr id="235" name="Google Shape;235;g2f6e1af235b_1_73:notes">
            <a:extLst>
              <a:ext uri="{FF2B5EF4-FFF2-40B4-BE49-F238E27FC236}">
                <a16:creationId xmlns:a16="http://schemas.microsoft.com/office/drawing/2014/main" id="{38766A80-FABB-A9BA-77B2-B314061339FC}"/>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06045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84C7493C-BD1E-0958-E93C-2C892CC97600}"/>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9CDC439F-7DED-850C-FC2E-525EA1C14D2F}"/>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C931422F-63F8-42C5-CEC4-4F9F0BDB3228}"/>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82866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7012FA1-0B17-CA2F-5E40-3DB42FB175C3}"/>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6C1E4B03-F41F-E0FF-9405-FFEE1D69E732}"/>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For evaluation, we first check logical equivalence using GL0AM. Then we place and route with OpenROAD, extract </a:t>
            </a:r>
            <a:r>
              <a:rPr lang="en-US" dirty="0" err="1"/>
              <a:t>parasitics</a:t>
            </a:r>
            <a:r>
              <a:rPr lang="en-US" dirty="0"/>
              <a:t>, and run timing analysis with </a:t>
            </a:r>
            <a:r>
              <a:rPr lang="en-US" dirty="0" err="1"/>
              <a:t>OpenSTA</a:t>
            </a:r>
            <a:r>
              <a:rPr lang="en-US" dirty="0"/>
              <a:t>. This ensures solutions are tested under realistic physical conditions.</a:t>
            </a:r>
          </a:p>
        </p:txBody>
      </p:sp>
      <p:sp>
        <p:nvSpPr>
          <p:cNvPr id="235" name="Google Shape;235;g2f6e1af235b_1_73:notes">
            <a:extLst>
              <a:ext uri="{FF2B5EF4-FFF2-40B4-BE49-F238E27FC236}">
                <a16:creationId xmlns:a16="http://schemas.microsoft.com/office/drawing/2014/main" id="{4F8B5F91-4A37-151A-C9EA-E42F6E216219}"/>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08197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2C3B7CB-7C60-A827-85F3-08038398FED7}"/>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3BE7EC4C-6B34-8431-7ECB-736C85999F36}"/>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For evaluation, we convert the constrained optimization into an unconstrained problem by using the penalty method, we also add in runtime as part of our evaluation. This is the formula used for score computation, as you can see the score is a function of leakage power, TNS, slew violation, max </a:t>
            </a:r>
            <a:r>
              <a:rPr lang="en-US" dirty="0" err="1"/>
              <a:t>loap</a:t>
            </a:r>
            <a:r>
              <a:rPr lang="en-US" dirty="0"/>
              <a:t> violation and overflow. All the metrics are divided by their baseline values that is the value of the benchmark provided, in order to normalize them. </a:t>
            </a:r>
            <a:r>
              <a:rPr lang="en-US" dirty="0" err="1"/>
              <a:t>Lekaage</a:t>
            </a:r>
            <a:r>
              <a:rPr lang="en-US" dirty="0"/>
              <a:t> power, TNS and total overflow are reported from </a:t>
            </a:r>
            <a:r>
              <a:rPr lang="en-US" dirty="0" err="1"/>
              <a:t>openROAD</a:t>
            </a:r>
            <a:r>
              <a:rPr lang="en-US" dirty="0"/>
              <a:t>. The slew violation is calculated as sum of difference between slew of a pin and slew limit of that pin for all pins in the design. Similarly </a:t>
            </a:r>
            <a:r>
              <a:rPr lang="en-US" dirty="0" err="1"/>
              <a:t>maxload</a:t>
            </a:r>
            <a:r>
              <a:rPr lang="en-US" dirty="0"/>
              <a:t> violation is calculated as…</a:t>
            </a:r>
            <a:br>
              <a:rPr lang="en-US" dirty="0"/>
            </a:br>
            <a:br>
              <a:rPr lang="en-US" dirty="0"/>
            </a:br>
            <a:r>
              <a:rPr lang="en-US" dirty="0"/>
              <a:t>here we will consider a testcase invalid if the logical equivalence is not met or the runtime of the tools is more than 4 hours.</a:t>
            </a:r>
            <a:br>
              <a:rPr lang="en-US" dirty="0"/>
            </a:br>
            <a:r>
              <a:rPr lang="en-US" dirty="0"/>
              <a:t>Once the raw score is obtained for all valid testcases, we get the least raw score for each testcase and each teams raw score is scaled to 100 using this formula. This final score for all </a:t>
            </a:r>
            <a:r>
              <a:rPr lang="en-US" dirty="0" err="1"/>
              <a:t>tetscases</a:t>
            </a:r>
            <a:r>
              <a:rPr lang="en-US" dirty="0"/>
              <a:t> is added together which is the final total score of a team. The winners are decided based on this final total score.</a:t>
            </a:r>
            <a:br>
              <a:rPr lang="en-US" dirty="0"/>
            </a:br>
            <a:br>
              <a:rPr lang="en-US" dirty="0"/>
            </a:br>
            <a:r>
              <a:rPr lang="en-US" dirty="0"/>
              <a:t>All the submission were evaluated in this platform. We thank NVIDIA for giving this infrastructure.</a:t>
            </a:r>
          </a:p>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ED038636-76DD-F886-7549-F95A05B982CB}"/>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7711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C8334BE-994C-C641-7D85-400D052A95CD}"/>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37230E9C-D743-5B60-0538-D9434D6D3AE7}"/>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D5EF2280-0CF2-863D-2EB4-13A5C1CBAD50}"/>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4015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A1A0EC60-9962-1CD2-EEBC-B022B705FD7D}"/>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09B24820-2221-E7C2-B116-F7C1B9FD9672}"/>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There were 27 teams registered for this contest and 7 teams were actively participating. The contest was conducted in three stages alpha, beta and final. The contest tool place over the entire summer with roughly 1 month between each deadlines. The final submission deadline was on </a:t>
            </a:r>
            <a:r>
              <a:rPr lang="en-US" dirty="0" err="1"/>
              <a:t>aug</a:t>
            </a:r>
            <a:r>
              <a:rPr lang="en-US" dirty="0"/>
              <a:t> 17</a:t>
            </a:r>
            <a:r>
              <a:rPr lang="en-US" baseline="30000" dirty="0"/>
              <a:t>th</a:t>
            </a:r>
            <a:r>
              <a:rPr lang="en-US" dirty="0"/>
              <a:t> and we announced the contest winners a couple of days back.</a:t>
            </a:r>
            <a:endParaRPr dirty="0"/>
          </a:p>
        </p:txBody>
      </p:sp>
      <p:sp>
        <p:nvSpPr>
          <p:cNvPr id="235" name="Google Shape;235;g2f6e1af235b_1_73:notes">
            <a:extLst>
              <a:ext uri="{FF2B5EF4-FFF2-40B4-BE49-F238E27FC236}">
                <a16:creationId xmlns:a16="http://schemas.microsoft.com/office/drawing/2014/main" id="{3898AD21-8056-18DA-4081-DCCF89CE15AC}"/>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49101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481DA952-1CB1-38C3-A8DA-49DEA38C3771}"/>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01BAE26C-62A8-878A-9583-DA5892DFB5BC}"/>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slide shows the valid results from teams. It can be seen that all the 7 teams had a valid submission for at least one testcase. A submission is marked as invalid if the </a:t>
            </a:r>
            <a:r>
              <a:rPr lang="en-US" dirty="0" err="1"/>
              <a:t>resynthesizer</a:t>
            </a:r>
            <a:r>
              <a:rPr lang="en-US" dirty="0"/>
              <a:t> tool did not generate a netlist or the generated netlist is not logically equivalent to the original netlist.</a:t>
            </a:r>
            <a:endParaRPr dirty="0"/>
          </a:p>
        </p:txBody>
      </p:sp>
      <p:sp>
        <p:nvSpPr>
          <p:cNvPr id="235" name="Google Shape;235;g2f6e1af235b_1_73:notes">
            <a:extLst>
              <a:ext uri="{FF2B5EF4-FFF2-40B4-BE49-F238E27FC236}">
                <a16:creationId xmlns:a16="http://schemas.microsoft.com/office/drawing/2014/main" id="{79CB5FC4-26F2-4176-D7E3-AEB136575C43}"/>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60282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E9DDF31-73B8-1BFF-3F16-24E4A4FD6572}"/>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327977CD-E5D0-359E-2BFC-0A6F042F0945}"/>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139700" indent="0">
              <a:buNone/>
            </a:pPr>
            <a:r>
              <a:rPr lang="en-US" dirty="0"/>
              <a:t>This slide shows the distribution of Total Negative Slack of the optimized netlist for each testcase across all 7 teams.</a:t>
            </a:r>
          </a:p>
          <a:p>
            <a:pPr marL="139700" indent="0">
              <a:buNone/>
            </a:pPr>
            <a:r>
              <a:rPr lang="en-US" dirty="0"/>
              <a:t>You can see that different benchmarks pose very different levels of difficulty. This table shows the variation in the size of each testcase. For most of the testcases the participants were able to bring down the TNS to almost zero, but for larger testcases the teams have struggled more with timing closure.</a:t>
            </a:r>
            <a:br>
              <a:rPr lang="en-US" dirty="0"/>
            </a:br>
            <a:r>
              <a:rPr lang="en-US" dirty="0"/>
              <a:t>Also an interesting thing to note here is the difference in approaches, we had submissions that used some custom flow that uses </a:t>
            </a:r>
            <a:r>
              <a:rPr lang="en-US" dirty="0" err="1"/>
              <a:t>OpenROAD’s</a:t>
            </a:r>
            <a:r>
              <a:rPr lang="en-US" dirty="0"/>
              <a:t> repair timing inside and some submissions used ML based optimizers. For smaller testcases the repair timing based flow did better but for larger testcases the ML based flow performed a lot better compared to non-ML flows.</a:t>
            </a:r>
          </a:p>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D28207C5-B7D9-0797-5852-901F209E1303}"/>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4869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72E7F26B-1E9C-90C7-84AA-032C8A90E522}"/>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4954C1BD-1599-083B-D6AF-44D05CECF896}"/>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plot shows the distribution of total slew violation difference. Here also the teams have struggled to meet the slew violation for larger testcases.</a:t>
            </a:r>
          </a:p>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D651E944-E5F2-86DC-7D84-6D13EF02A08A}"/>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11863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E6C6D3F3-84F2-7B7A-5E69-EFA37D9691D5}"/>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DD80733F-62AD-69DB-9297-E41C35948654}"/>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Similar to slew violation, this is the distribution of load capacitance violation. Here both the AI and non AI based flows were able to bring down the violations but the AI based flow did slightly better for larger designs,</a:t>
            </a:r>
          </a:p>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7FB4121A-D7D7-86CA-217A-00E2483BE800}"/>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21586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F48DA696-9E61-C4E3-6B9D-B6A83DD5AB58}"/>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9F4171CB-76C1-30D3-FA97-F4F980A4799A}"/>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the distribution of runtimes of the </a:t>
            </a:r>
            <a:r>
              <a:rPr lang="en-US" dirty="0" err="1"/>
              <a:t>resynthesizer</a:t>
            </a:r>
            <a:r>
              <a:rPr lang="en-US" dirty="0"/>
              <a:t> tool in seconds. All the submissions were evaluated in this platform to ensure fairness. Here the non AI solution have lesser runtimes for smaller designs but the runtimes are increasing at a larger trend with the increase in design size. But for AI based solution even though the runtimes are little high for smaller designs, their runtimes did not scale at a larger trend hence for larger designs those solutions have significantly smaller runtimes.</a:t>
            </a:r>
            <a:endParaRPr dirty="0"/>
          </a:p>
        </p:txBody>
      </p:sp>
      <p:sp>
        <p:nvSpPr>
          <p:cNvPr id="235" name="Google Shape;235;g2f6e1af235b_1_73:notes">
            <a:extLst>
              <a:ext uri="{FF2B5EF4-FFF2-40B4-BE49-F238E27FC236}">
                <a16:creationId xmlns:a16="http://schemas.microsoft.com/office/drawing/2014/main" id="{815A48DD-DD34-F8D4-99AE-595015FAE117}"/>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30059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180E969C-3B73-6952-9699-C3086BDE703B}"/>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BE3FFD78-B387-A938-FB03-1648472DDD90}"/>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the distribution of raw scores across all teams, computed by this formula. </a:t>
            </a:r>
            <a:endParaRPr dirty="0"/>
          </a:p>
        </p:txBody>
      </p:sp>
      <p:sp>
        <p:nvSpPr>
          <p:cNvPr id="235" name="Google Shape;235;g2f6e1af235b_1_73:notes">
            <a:extLst>
              <a:ext uri="{FF2B5EF4-FFF2-40B4-BE49-F238E27FC236}">
                <a16:creationId xmlns:a16="http://schemas.microsoft.com/office/drawing/2014/main" id="{85B3DC45-533D-D745-864E-36B4CC4B3F25}"/>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14037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B1865FD5-8E9A-7380-F4A1-5A92D6C42270}"/>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D87237B4-ED7F-DB0D-6863-5F297D7F4DC8}"/>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the distribution of scaled scores. Here if a team has scored 100 it means their solution performed best for that particular testcase. A key takeaway from this plot is that no one team dominated across all testcases. Some solutions were performing well for smaller testcases and some for larger testcases.</a:t>
            </a:r>
            <a:endParaRPr dirty="0"/>
          </a:p>
        </p:txBody>
      </p:sp>
      <p:sp>
        <p:nvSpPr>
          <p:cNvPr id="235" name="Google Shape;235;g2f6e1af235b_1_73:notes">
            <a:extLst>
              <a:ext uri="{FF2B5EF4-FFF2-40B4-BE49-F238E27FC236}">
                <a16:creationId xmlns:a16="http://schemas.microsoft.com/office/drawing/2014/main" id="{7B65B3E5-77B2-4872-26D2-30FBBBC00FA4}"/>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53396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71E1AEC-E7FE-1B8D-A9C1-192EF58B95AE}"/>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4EF08028-773A-B1F3-5A4C-7820069D564C}"/>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Creating benchmarks which are not too easy and not too hard to optimize was hard. Also we needed the benchmarks to sufficiently challenge both non AI and AI based solutions.  </a:t>
            </a:r>
            <a:br>
              <a:rPr lang="en-US" dirty="0"/>
            </a:br>
            <a:r>
              <a:rPr lang="en-US" dirty="0"/>
              <a:t> </a:t>
            </a:r>
            <a:br>
              <a:rPr lang="en-US" dirty="0"/>
            </a:br>
            <a:endParaRPr dirty="0"/>
          </a:p>
        </p:txBody>
      </p:sp>
      <p:sp>
        <p:nvSpPr>
          <p:cNvPr id="235" name="Google Shape;235;g2f6e1af235b_1_73:notes">
            <a:extLst>
              <a:ext uri="{FF2B5EF4-FFF2-40B4-BE49-F238E27FC236}">
                <a16:creationId xmlns:a16="http://schemas.microsoft.com/office/drawing/2014/main" id="{CAC983D7-47D3-D86A-C9EF-7C499FEC0F41}"/>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07825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4E72573C-363E-E107-8FAB-EE4BAE2BC9B1}"/>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A677DDBC-155C-F14B-14DC-3DBFCBABC587}"/>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wrap up, the ReSynthAI contest introduced the first physically-aware logic resynthesis challenge. We provided open benchmarks, ML-friendly formats, and a standardized evaluation flow using OpenROAD. The contest had 7 final submissions, and many teams have implemented novel ML techniques in their </a:t>
            </a:r>
            <a:r>
              <a:rPr lang="en-US" dirty="0" err="1"/>
              <a:t>resynthesizer</a:t>
            </a:r>
            <a:r>
              <a:rPr lang="en-US" dirty="0"/>
              <a:t> tool. Both the visible and hidden benchmarks have been released in the contest git hub repository.</a:t>
            </a:r>
            <a:endParaRPr dirty="0"/>
          </a:p>
        </p:txBody>
      </p:sp>
      <p:sp>
        <p:nvSpPr>
          <p:cNvPr id="235" name="Google Shape;235;g2f6e1af235b_1_73:notes">
            <a:extLst>
              <a:ext uri="{FF2B5EF4-FFF2-40B4-BE49-F238E27FC236}">
                <a16:creationId xmlns:a16="http://schemas.microsoft.com/office/drawing/2014/main" id="{9362B5CF-316F-5E59-F448-5D0817BB62A8}"/>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60728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183D2244-46E7-D192-1BBE-DA5E4900C3AA}"/>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632A0CFC-7034-0CEF-BE31-E4F9BDA608F3}"/>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4E31B175-01F5-BDAF-5686-B0FBAD08BCF6}"/>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87711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4F1F59E3-08E9-B8C1-8D6C-D21D9606F67F}"/>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478DEF30-F4C9-CE5A-5F9C-324891CA8A2F}"/>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F820ECAA-ADBC-8E55-058C-B7768A3B59FB}"/>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01146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57D9106-796F-1B34-A4BB-D5D1C46FA82B}"/>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E0E71C60-6AAC-35F8-992D-234ED3B1BF97}"/>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F89673CB-F193-8DDF-B4B4-9B0D6169CC75}"/>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42967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94F14B05-25FF-4A36-9B8F-F7626322C506}"/>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C717D39A-78D4-435B-A749-FCFE1A7877CC}"/>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CA9D4177-198C-9E01-EF72-857A4F3F9600}"/>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77673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721FE26F-30C9-727E-AB89-603FEE8E1B9D}"/>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FCB4AEAD-1E48-30D5-9792-C3B69E5C9A71}"/>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F270548B-F807-5C76-CCB2-6978085F272F}"/>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95393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41F58B68-EB95-8EBF-FC45-3CC1E327391C}"/>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0BF207EA-DC87-5F79-EA6E-603BAF6930F1}"/>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0110EDFF-DE66-BB04-AD4A-7BFD0C99BCBE}"/>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46429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9E1CF3E3-AF59-6864-3871-FA6C31F6118E}"/>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4760EA3E-9483-8298-EFDC-1D2A233AEF89}"/>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B762CD47-73FD-8B37-A381-AABB93544F68}"/>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57223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1E2CAF79-AE9E-5E06-154D-D94002826EC1}"/>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7E8855E2-8DEE-62A7-B943-D776C5878D32}"/>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323B2B38-CC93-FB9F-E92C-2E3DC19B227E}"/>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51073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DF6DA251-B0FF-8BDB-B735-049455AD833A}"/>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72976B89-7266-3D9F-631E-F52E3C5520B9}"/>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41EC6B57-C4CA-CC17-7F21-325DE40635E9}"/>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00765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020067A4-1EEB-7FC6-9FC8-7870F14DEC92}"/>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099C5ADE-3F1B-7D9C-50CD-AF1D738554D5}"/>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
        <p:nvSpPr>
          <p:cNvPr id="235" name="Google Shape;235;g2f6e1af235b_1_73:notes">
            <a:extLst>
              <a:ext uri="{FF2B5EF4-FFF2-40B4-BE49-F238E27FC236}">
                <a16:creationId xmlns:a16="http://schemas.microsoft.com/office/drawing/2014/main" id="{2E33F922-43C6-05E4-0074-461F4CDCDB45}"/>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01322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7B0B922B-FD56-3CFD-6172-5BABB4A1DCAE}"/>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3230CD73-44BA-07AC-36D4-D4F00BC5034E}"/>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7956ACDD-6C96-1504-6B2E-2C21259002F6}"/>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10810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3D3E0ED0-A01F-BA4A-20E7-EE665EFE5A49}"/>
            </a:ext>
          </a:extLst>
        </p:cNvPr>
        <p:cNvGrpSpPr/>
        <p:nvPr/>
      </p:nvGrpSpPr>
      <p:grpSpPr>
        <a:xfrm>
          <a:off x="0" y="0"/>
          <a:ext cx="0" cy="0"/>
          <a:chOff x="0" y="0"/>
          <a:chExt cx="0" cy="0"/>
        </a:xfrm>
      </p:grpSpPr>
      <p:sp>
        <p:nvSpPr>
          <p:cNvPr id="234" name="Google Shape;234;g2f6e1af235b_1_73:notes">
            <a:extLst>
              <a:ext uri="{FF2B5EF4-FFF2-40B4-BE49-F238E27FC236}">
                <a16:creationId xmlns:a16="http://schemas.microsoft.com/office/drawing/2014/main" id="{A89F4918-CCF0-696B-03D0-CD3783855FC3}"/>
              </a:ext>
            </a:extLst>
          </p:cNvPr>
          <p:cNvSpPr txBox="1">
            <a:spLocks noGrp="1"/>
          </p:cNvSpPr>
          <p:nvPr>
            <p:ph type="body" idx="1"/>
          </p:nvPr>
        </p:nvSpPr>
        <p:spPr>
          <a:xfrm>
            <a:off x="911225" y="4343400"/>
            <a:ext cx="5032375"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5" name="Google Shape;235;g2f6e1af235b_1_73:notes">
            <a:extLst>
              <a:ext uri="{FF2B5EF4-FFF2-40B4-BE49-F238E27FC236}">
                <a16:creationId xmlns:a16="http://schemas.microsoft.com/office/drawing/2014/main" id="{223DFE71-F0D1-FE99-2965-014B11526E77}"/>
              </a:ext>
            </a:extLst>
          </p:cNvPr>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4991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Intro Option 2">
  <p:cSld name="Cover Intro Option 2">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311700" y="1283225"/>
            <a:ext cx="85206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7200" b="1" i="0" u="none" strike="noStrike" cap="none">
                <a:solidFill>
                  <a:schemeClr val="dk1"/>
                </a:solidFill>
                <a:latin typeface="Arial"/>
                <a:ea typeface="Arial"/>
                <a:cs typeface="Arial"/>
                <a:sym typeface="Arial"/>
              </a:defRPr>
            </a:lvl1pPr>
            <a:lvl2pPr lvl="1" indent="0" rtl="0">
              <a:spcBef>
                <a:spcPts val="0"/>
              </a:spcBef>
              <a:spcAft>
                <a:spcPts val="0"/>
              </a:spcAft>
              <a:buClr>
                <a:schemeClr val="dk1"/>
              </a:buClr>
              <a:buSzPts val="1400"/>
              <a:buFont typeface="Arial"/>
              <a:buNone/>
              <a:defRPr sz="2800" b="1">
                <a:solidFill>
                  <a:schemeClr val="dk1"/>
                </a:solidFill>
              </a:defRPr>
            </a:lvl2pPr>
            <a:lvl3pPr lvl="2" indent="0" rtl="0">
              <a:spcBef>
                <a:spcPts val="0"/>
              </a:spcBef>
              <a:spcAft>
                <a:spcPts val="0"/>
              </a:spcAft>
              <a:buClr>
                <a:schemeClr val="dk1"/>
              </a:buClr>
              <a:buSzPts val="1400"/>
              <a:buFont typeface="Arial"/>
              <a:buNone/>
              <a:defRPr sz="2800" b="1">
                <a:solidFill>
                  <a:schemeClr val="dk1"/>
                </a:solidFill>
              </a:defRPr>
            </a:lvl3pPr>
            <a:lvl4pPr lvl="3" indent="0" rtl="0">
              <a:spcBef>
                <a:spcPts val="0"/>
              </a:spcBef>
              <a:spcAft>
                <a:spcPts val="0"/>
              </a:spcAft>
              <a:buClr>
                <a:schemeClr val="dk1"/>
              </a:buClr>
              <a:buSzPts val="1400"/>
              <a:buFont typeface="Arial"/>
              <a:buNone/>
              <a:defRPr sz="2800" b="1">
                <a:solidFill>
                  <a:schemeClr val="dk1"/>
                </a:solidFill>
              </a:defRPr>
            </a:lvl4pPr>
            <a:lvl5pPr lvl="4" indent="0" rtl="0">
              <a:spcBef>
                <a:spcPts val="0"/>
              </a:spcBef>
              <a:spcAft>
                <a:spcPts val="0"/>
              </a:spcAft>
              <a:buClr>
                <a:schemeClr val="dk1"/>
              </a:buClr>
              <a:buSzPts val="1400"/>
              <a:buFont typeface="Arial"/>
              <a:buNone/>
              <a:defRPr sz="2800" b="1">
                <a:solidFill>
                  <a:schemeClr val="dk1"/>
                </a:solidFill>
              </a:defRPr>
            </a:lvl5pPr>
            <a:lvl6pPr lvl="5" indent="0" rtl="0">
              <a:spcBef>
                <a:spcPts val="0"/>
              </a:spcBef>
              <a:spcAft>
                <a:spcPts val="0"/>
              </a:spcAft>
              <a:buClr>
                <a:schemeClr val="dk1"/>
              </a:buClr>
              <a:buSzPts val="1400"/>
              <a:buFont typeface="Arial"/>
              <a:buNone/>
              <a:defRPr sz="2800" b="1">
                <a:solidFill>
                  <a:schemeClr val="dk1"/>
                </a:solidFill>
              </a:defRPr>
            </a:lvl6pPr>
            <a:lvl7pPr lvl="6" indent="0" rtl="0">
              <a:spcBef>
                <a:spcPts val="0"/>
              </a:spcBef>
              <a:spcAft>
                <a:spcPts val="0"/>
              </a:spcAft>
              <a:buClr>
                <a:schemeClr val="dk1"/>
              </a:buClr>
              <a:buSzPts val="1400"/>
              <a:buFont typeface="Arial"/>
              <a:buNone/>
              <a:defRPr sz="2800" b="1">
                <a:solidFill>
                  <a:schemeClr val="dk1"/>
                </a:solidFill>
              </a:defRPr>
            </a:lvl7pPr>
            <a:lvl8pPr lvl="7" indent="0" rtl="0">
              <a:spcBef>
                <a:spcPts val="0"/>
              </a:spcBef>
              <a:spcAft>
                <a:spcPts val="0"/>
              </a:spcAft>
              <a:buClr>
                <a:schemeClr val="dk1"/>
              </a:buClr>
              <a:buSzPts val="1400"/>
              <a:buFont typeface="Arial"/>
              <a:buNone/>
              <a:defRPr sz="2800" b="1">
                <a:solidFill>
                  <a:schemeClr val="dk1"/>
                </a:solidFill>
              </a:defRPr>
            </a:lvl8pPr>
            <a:lvl9pPr lvl="8" indent="0" rtl="0">
              <a:spcBef>
                <a:spcPts val="0"/>
              </a:spcBef>
              <a:spcAft>
                <a:spcPts val="0"/>
              </a:spcAft>
              <a:buClr>
                <a:schemeClr val="dk1"/>
              </a:buClr>
              <a:buSzPts val="1400"/>
              <a:buFont typeface="Arial"/>
              <a:buNone/>
              <a:defRPr sz="2800" b="1">
                <a:solidFill>
                  <a:schemeClr val="dk1"/>
                </a:solidFill>
              </a:defRPr>
            </a:lvl9pPr>
          </a:lstStyle>
          <a:p>
            <a:endParaRPr/>
          </a:p>
        </p:txBody>
      </p:sp>
      <p:sp>
        <p:nvSpPr>
          <p:cNvPr id="70" name="Google Shape;70;p20"/>
          <p:cNvSpPr txBox="1">
            <a:spLocks noGrp="1"/>
          </p:cNvSpPr>
          <p:nvPr>
            <p:ph type="subTitle" idx="1"/>
          </p:nvPr>
        </p:nvSpPr>
        <p:spPr>
          <a:xfrm>
            <a:off x="360625" y="1005325"/>
            <a:ext cx="7508700" cy="357000"/>
          </a:xfrm>
          <a:prstGeom prst="rect">
            <a:avLst/>
          </a:prstGeom>
          <a:noFill/>
          <a:ln>
            <a:noFill/>
          </a:ln>
        </p:spPr>
        <p:txBody>
          <a:bodyPr spcFirstLastPara="1" wrap="square" lIns="91425" tIns="91425" rIns="91425" bIns="91425" anchor="b" anchorCtr="0">
            <a:noAutofit/>
          </a:bodyPr>
          <a:lstStyle>
            <a:lvl1pPr marL="0" marR="0" lvl="0"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highlight>
                  <a:schemeClr val="accent1"/>
                </a:highlight>
                <a:latin typeface="Arial"/>
                <a:ea typeface="Arial"/>
                <a:cs typeface="Arial"/>
                <a:sym typeface="Arial"/>
              </a:defRPr>
            </a:lvl1pPr>
            <a:lvl2pPr marL="457200" marR="0" lvl="1"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9pPr>
          </a:lstStyle>
          <a:p>
            <a:endParaRPr/>
          </a:p>
        </p:txBody>
      </p:sp>
      <p:pic>
        <p:nvPicPr>
          <p:cNvPr id="71" name="Google Shape;71;p20"/>
          <p:cNvPicPr preferRelativeResize="0"/>
          <p:nvPr/>
        </p:nvPicPr>
        <p:blipFill rotWithShape="1">
          <a:blip r:embed="rId2">
            <a:alphaModFix/>
          </a:blip>
          <a:srcRect/>
          <a:stretch/>
        </p:blipFill>
        <p:spPr>
          <a:xfrm>
            <a:off x="167375" y="3799423"/>
            <a:ext cx="3464700" cy="961500"/>
          </a:xfrm>
          <a:prstGeom prst="rect">
            <a:avLst/>
          </a:prstGeom>
          <a:noFill/>
          <a:ln>
            <a:noFill/>
          </a:ln>
        </p:spPr>
      </p:pic>
      <p:pic>
        <p:nvPicPr>
          <p:cNvPr id="4" name="Picture 3" descr="A black letter on a white background&#10;&#10;Description automatically generated">
            <a:extLst>
              <a:ext uri="{FF2B5EF4-FFF2-40B4-BE49-F238E27FC236}">
                <a16:creationId xmlns:a16="http://schemas.microsoft.com/office/drawing/2014/main" id="{95BA95A5-4271-8215-A61A-28E2AA79BA38}"/>
              </a:ext>
            </a:extLst>
          </p:cNvPr>
          <p:cNvPicPr>
            <a:picLocks noChangeAspect="1"/>
          </p:cNvPicPr>
          <p:nvPr userDrawn="1"/>
        </p:nvPicPr>
        <p:blipFill>
          <a:blip r:embed="rId3"/>
          <a:stretch>
            <a:fillRect/>
          </a:stretch>
        </p:blipFill>
        <p:spPr>
          <a:xfrm>
            <a:off x="3510118" y="3993235"/>
            <a:ext cx="2679290" cy="57788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ver and intro" type="title">
  <p:cSld name="TITLE">
    <p:spTree>
      <p:nvGrpSpPr>
        <p:cNvPr id="1" name="Shape 72"/>
        <p:cNvGrpSpPr/>
        <p:nvPr/>
      </p:nvGrpSpPr>
      <p:grpSpPr>
        <a:xfrm>
          <a:off x="0" y="0"/>
          <a:ext cx="0" cy="0"/>
          <a:chOff x="0" y="0"/>
          <a:chExt cx="0" cy="0"/>
        </a:xfrm>
      </p:grpSpPr>
      <p:sp>
        <p:nvSpPr>
          <p:cNvPr id="73" name="Google Shape;73;p21"/>
          <p:cNvSpPr txBox="1">
            <a:spLocks noGrp="1"/>
          </p:cNvSpPr>
          <p:nvPr>
            <p:ph type="ctrTitle"/>
          </p:nvPr>
        </p:nvSpPr>
        <p:spPr>
          <a:xfrm>
            <a:off x="311708" y="2116175"/>
            <a:ext cx="8520600" cy="2052600"/>
          </a:xfrm>
          <a:prstGeom prst="rect">
            <a:avLst/>
          </a:prstGeom>
          <a:noFill/>
          <a:ln>
            <a:noFill/>
          </a:ln>
        </p:spPr>
        <p:txBody>
          <a:bodyPr spcFirstLastPara="1" wrap="square" lIns="91425" tIns="91425" rIns="91425" bIns="91425" anchor="b" anchorCtr="0">
            <a:noAutofit/>
          </a:bodyPr>
          <a:lstStyle>
            <a:lvl1pPr marL="0" marR="0" lvl="0" indent="0" algn="l" rtl="0">
              <a:lnSpc>
                <a:spcPct val="100000"/>
              </a:lnSpc>
              <a:spcBef>
                <a:spcPts val="0"/>
              </a:spcBef>
              <a:spcAft>
                <a:spcPts val="0"/>
              </a:spcAft>
              <a:buClr>
                <a:schemeClr val="dk1"/>
              </a:buClr>
              <a:buSzPts val="1400"/>
              <a:buFont typeface="Arial"/>
              <a:buNone/>
              <a:defRPr sz="5200" b="1" i="0" u="none" strike="noStrike" cap="none">
                <a:solidFill>
                  <a:schemeClr val="dk1"/>
                </a:solidFill>
                <a:latin typeface="Arial"/>
                <a:ea typeface="Arial"/>
                <a:cs typeface="Arial"/>
                <a:sym typeface="Arial"/>
              </a:defRPr>
            </a:lvl1pPr>
            <a:lvl2pPr lvl="1" indent="0" algn="ctr">
              <a:spcBef>
                <a:spcPts val="0"/>
              </a:spcBef>
              <a:spcAft>
                <a:spcPts val="0"/>
              </a:spcAft>
              <a:buClr>
                <a:schemeClr val="dk1"/>
              </a:buClr>
              <a:buSzPts val="1400"/>
              <a:buFont typeface="Arial"/>
              <a:buNone/>
              <a:defRPr sz="5200" b="1">
                <a:solidFill>
                  <a:schemeClr val="dk1"/>
                </a:solidFill>
              </a:defRPr>
            </a:lvl2pPr>
            <a:lvl3pPr lvl="2" indent="0" algn="ctr">
              <a:spcBef>
                <a:spcPts val="0"/>
              </a:spcBef>
              <a:spcAft>
                <a:spcPts val="0"/>
              </a:spcAft>
              <a:buClr>
                <a:schemeClr val="dk1"/>
              </a:buClr>
              <a:buSzPts val="1400"/>
              <a:buFont typeface="Arial"/>
              <a:buNone/>
              <a:defRPr sz="5200" b="1">
                <a:solidFill>
                  <a:schemeClr val="dk1"/>
                </a:solidFill>
              </a:defRPr>
            </a:lvl3pPr>
            <a:lvl4pPr lvl="3" indent="0" algn="ctr">
              <a:spcBef>
                <a:spcPts val="0"/>
              </a:spcBef>
              <a:spcAft>
                <a:spcPts val="0"/>
              </a:spcAft>
              <a:buClr>
                <a:schemeClr val="dk1"/>
              </a:buClr>
              <a:buSzPts val="1400"/>
              <a:buFont typeface="Arial"/>
              <a:buNone/>
              <a:defRPr sz="5200" b="1">
                <a:solidFill>
                  <a:schemeClr val="dk1"/>
                </a:solidFill>
              </a:defRPr>
            </a:lvl4pPr>
            <a:lvl5pPr lvl="4" indent="0" algn="ctr">
              <a:spcBef>
                <a:spcPts val="0"/>
              </a:spcBef>
              <a:spcAft>
                <a:spcPts val="0"/>
              </a:spcAft>
              <a:buClr>
                <a:schemeClr val="dk1"/>
              </a:buClr>
              <a:buSzPts val="1400"/>
              <a:buFont typeface="Arial"/>
              <a:buNone/>
              <a:defRPr sz="5200" b="1">
                <a:solidFill>
                  <a:schemeClr val="dk1"/>
                </a:solidFill>
              </a:defRPr>
            </a:lvl5pPr>
            <a:lvl6pPr lvl="5" indent="0" algn="ctr">
              <a:spcBef>
                <a:spcPts val="0"/>
              </a:spcBef>
              <a:spcAft>
                <a:spcPts val="0"/>
              </a:spcAft>
              <a:buClr>
                <a:schemeClr val="dk1"/>
              </a:buClr>
              <a:buSzPts val="1400"/>
              <a:buFont typeface="Arial"/>
              <a:buNone/>
              <a:defRPr sz="5200" b="1">
                <a:solidFill>
                  <a:schemeClr val="dk1"/>
                </a:solidFill>
              </a:defRPr>
            </a:lvl6pPr>
            <a:lvl7pPr lvl="6" indent="0" algn="ctr">
              <a:spcBef>
                <a:spcPts val="0"/>
              </a:spcBef>
              <a:spcAft>
                <a:spcPts val="0"/>
              </a:spcAft>
              <a:buClr>
                <a:schemeClr val="dk1"/>
              </a:buClr>
              <a:buSzPts val="1400"/>
              <a:buFont typeface="Arial"/>
              <a:buNone/>
              <a:defRPr sz="5200" b="1">
                <a:solidFill>
                  <a:schemeClr val="dk1"/>
                </a:solidFill>
              </a:defRPr>
            </a:lvl7pPr>
            <a:lvl8pPr lvl="7" indent="0" algn="ctr">
              <a:spcBef>
                <a:spcPts val="0"/>
              </a:spcBef>
              <a:spcAft>
                <a:spcPts val="0"/>
              </a:spcAft>
              <a:buClr>
                <a:schemeClr val="dk1"/>
              </a:buClr>
              <a:buSzPts val="1400"/>
              <a:buFont typeface="Arial"/>
              <a:buNone/>
              <a:defRPr sz="5200" b="1">
                <a:solidFill>
                  <a:schemeClr val="dk1"/>
                </a:solidFill>
              </a:defRPr>
            </a:lvl8pPr>
            <a:lvl9pPr lvl="8" indent="0" algn="ctr">
              <a:spcBef>
                <a:spcPts val="0"/>
              </a:spcBef>
              <a:spcAft>
                <a:spcPts val="0"/>
              </a:spcAft>
              <a:buClr>
                <a:schemeClr val="dk1"/>
              </a:buClr>
              <a:buSzPts val="1400"/>
              <a:buFont typeface="Arial"/>
              <a:buNone/>
              <a:defRPr sz="5200" b="1">
                <a:solidFill>
                  <a:schemeClr val="dk1"/>
                </a:solidFill>
              </a:defRPr>
            </a:lvl9pPr>
          </a:lstStyle>
          <a:p>
            <a:endParaRPr/>
          </a:p>
        </p:txBody>
      </p:sp>
      <p:sp>
        <p:nvSpPr>
          <p:cNvPr id="74" name="Google Shape;74;p21"/>
          <p:cNvSpPr txBox="1">
            <a:spLocks noGrp="1"/>
          </p:cNvSpPr>
          <p:nvPr>
            <p:ph type="subTitle" idx="1"/>
          </p:nvPr>
        </p:nvSpPr>
        <p:spPr>
          <a:xfrm>
            <a:off x="311700" y="4205725"/>
            <a:ext cx="8151600" cy="7926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400"/>
              <a:buFont typeface="Arial"/>
              <a:buNone/>
              <a:defRPr sz="2800" b="1" i="0" u="none" strike="noStrike" cap="none">
                <a:solidFill>
                  <a:srgbClr val="000000"/>
                </a:solidFill>
                <a:latin typeface="Arial"/>
                <a:ea typeface="Arial"/>
                <a:cs typeface="Arial"/>
                <a:sym typeface="Arial"/>
              </a:defRPr>
            </a:lvl1pPr>
            <a:lvl2pPr marL="457200" marR="0" lvl="1" indent="0" algn="ctr"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914400" marR="0" lvl="2" indent="0" algn="ctr"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371600" marR="0" lvl="3" indent="0" algn="ctr"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1828800" marR="0" lvl="4" indent="0" algn="ctr"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286000" marR="0" lvl="5" indent="0" algn="ctr"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2743200" marR="0" lvl="6" indent="0" algn="ctr"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200400" marR="0" lvl="7" indent="0" algn="ctr"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3657600" marR="0" lvl="8" indent="0" algn="ctr"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pic>
        <p:nvPicPr>
          <p:cNvPr id="75" name="Google Shape;75;p21" descr="ASU_Horiz_RGB_Digital_MaroonGold.png"/>
          <p:cNvPicPr preferRelativeResize="0"/>
          <p:nvPr/>
        </p:nvPicPr>
        <p:blipFill rotWithShape="1">
          <a:blip r:embed="rId2">
            <a:alphaModFix/>
          </a:blip>
          <a:srcRect/>
          <a:stretch/>
        </p:blipFill>
        <p:spPr>
          <a:xfrm>
            <a:off x="245068" y="187047"/>
            <a:ext cx="3844969" cy="10671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old chapter break or bold statement gold">
  <p:cSld name="Gold chapter break or bold statement gold">
    <p:spTree>
      <p:nvGrpSpPr>
        <p:cNvPr id="1" name="Shape 76"/>
        <p:cNvGrpSpPr/>
        <p:nvPr/>
      </p:nvGrpSpPr>
      <p:grpSpPr>
        <a:xfrm>
          <a:off x="0" y="0"/>
          <a:ext cx="0" cy="0"/>
          <a:chOff x="0" y="0"/>
          <a:chExt cx="0" cy="0"/>
        </a:xfrm>
      </p:grpSpPr>
      <p:sp>
        <p:nvSpPr>
          <p:cNvPr id="77" name="Google Shape;77;p22"/>
          <p:cNvSpPr txBox="1">
            <a:spLocks noGrp="1"/>
          </p:cNvSpPr>
          <p:nvPr>
            <p:ph type="title"/>
          </p:nvPr>
        </p:nvSpPr>
        <p:spPr>
          <a:xfrm>
            <a:off x="311700" y="826025"/>
            <a:ext cx="62463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6200" b="1" i="0" u="none" strike="noStrike" cap="none">
                <a:solidFill>
                  <a:schemeClr val="dk1"/>
                </a:solidFill>
                <a:latin typeface="Arial"/>
                <a:ea typeface="Arial"/>
                <a:cs typeface="Arial"/>
                <a:sym typeface="Arial"/>
              </a:defRPr>
            </a:lvl1pPr>
            <a:lvl2pPr lvl="1" indent="0" rtl="0">
              <a:spcBef>
                <a:spcPts val="0"/>
              </a:spcBef>
              <a:spcAft>
                <a:spcPts val="0"/>
              </a:spcAft>
              <a:buClr>
                <a:schemeClr val="dk1"/>
              </a:buClr>
              <a:buSzPts val="1400"/>
              <a:buFont typeface="Arial"/>
              <a:buNone/>
              <a:defRPr sz="6200" b="1">
                <a:solidFill>
                  <a:schemeClr val="dk1"/>
                </a:solidFill>
              </a:defRPr>
            </a:lvl2pPr>
            <a:lvl3pPr lvl="2" indent="0" rtl="0">
              <a:spcBef>
                <a:spcPts val="0"/>
              </a:spcBef>
              <a:spcAft>
                <a:spcPts val="0"/>
              </a:spcAft>
              <a:buClr>
                <a:schemeClr val="dk1"/>
              </a:buClr>
              <a:buSzPts val="1400"/>
              <a:buFont typeface="Arial"/>
              <a:buNone/>
              <a:defRPr sz="6200" b="1">
                <a:solidFill>
                  <a:schemeClr val="dk1"/>
                </a:solidFill>
              </a:defRPr>
            </a:lvl3pPr>
            <a:lvl4pPr lvl="3" indent="0" rtl="0">
              <a:spcBef>
                <a:spcPts val="0"/>
              </a:spcBef>
              <a:spcAft>
                <a:spcPts val="0"/>
              </a:spcAft>
              <a:buClr>
                <a:schemeClr val="dk1"/>
              </a:buClr>
              <a:buSzPts val="1400"/>
              <a:buFont typeface="Arial"/>
              <a:buNone/>
              <a:defRPr sz="6200" b="1">
                <a:solidFill>
                  <a:schemeClr val="dk1"/>
                </a:solidFill>
              </a:defRPr>
            </a:lvl4pPr>
            <a:lvl5pPr lvl="4" indent="0" rtl="0">
              <a:spcBef>
                <a:spcPts val="0"/>
              </a:spcBef>
              <a:spcAft>
                <a:spcPts val="0"/>
              </a:spcAft>
              <a:buClr>
                <a:schemeClr val="dk1"/>
              </a:buClr>
              <a:buSzPts val="1400"/>
              <a:buFont typeface="Arial"/>
              <a:buNone/>
              <a:defRPr sz="6200" b="1">
                <a:solidFill>
                  <a:schemeClr val="dk1"/>
                </a:solidFill>
              </a:defRPr>
            </a:lvl5pPr>
            <a:lvl6pPr lvl="5" indent="0" rtl="0">
              <a:spcBef>
                <a:spcPts val="0"/>
              </a:spcBef>
              <a:spcAft>
                <a:spcPts val="0"/>
              </a:spcAft>
              <a:buClr>
                <a:schemeClr val="dk1"/>
              </a:buClr>
              <a:buSzPts val="1400"/>
              <a:buFont typeface="Arial"/>
              <a:buNone/>
              <a:defRPr sz="6200" b="1">
                <a:solidFill>
                  <a:schemeClr val="dk1"/>
                </a:solidFill>
              </a:defRPr>
            </a:lvl6pPr>
            <a:lvl7pPr lvl="6" indent="0" rtl="0">
              <a:spcBef>
                <a:spcPts val="0"/>
              </a:spcBef>
              <a:spcAft>
                <a:spcPts val="0"/>
              </a:spcAft>
              <a:buClr>
                <a:schemeClr val="dk1"/>
              </a:buClr>
              <a:buSzPts val="1400"/>
              <a:buFont typeface="Arial"/>
              <a:buNone/>
              <a:defRPr sz="6200" b="1">
                <a:solidFill>
                  <a:schemeClr val="dk1"/>
                </a:solidFill>
              </a:defRPr>
            </a:lvl7pPr>
            <a:lvl8pPr lvl="7" indent="0" rtl="0">
              <a:spcBef>
                <a:spcPts val="0"/>
              </a:spcBef>
              <a:spcAft>
                <a:spcPts val="0"/>
              </a:spcAft>
              <a:buClr>
                <a:schemeClr val="dk1"/>
              </a:buClr>
              <a:buSzPts val="1400"/>
              <a:buFont typeface="Arial"/>
              <a:buNone/>
              <a:defRPr sz="6200" b="1">
                <a:solidFill>
                  <a:schemeClr val="dk1"/>
                </a:solidFill>
              </a:defRPr>
            </a:lvl8pPr>
            <a:lvl9pPr lvl="8" indent="0" rtl="0">
              <a:spcBef>
                <a:spcPts val="0"/>
              </a:spcBef>
              <a:spcAft>
                <a:spcPts val="0"/>
              </a:spcAft>
              <a:buClr>
                <a:schemeClr val="dk1"/>
              </a:buClr>
              <a:buSzPts val="1400"/>
              <a:buFont typeface="Arial"/>
              <a:buNone/>
              <a:defRPr sz="6200" b="1">
                <a:solidFill>
                  <a:schemeClr val="dk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hapter break agenda">
  <p:cSld name="Chapter break agenda">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a:off x="464100" y="2045225"/>
            <a:ext cx="2787600" cy="572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FFFFFF"/>
              </a:buClr>
              <a:buSzPts val="1400"/>
              <a:buFont typeface="Arial"/>
              <a:buNone/>
              <a:defRPr sz="4800" b="1" i="0" u="none" strike="noStrike" cap="none">
                <a:solidFill>
                  <a:srgbClr val="FFFFFF"/>
                </a:solidFill>
                <a:latin typeface="Arial"/>
                <a:ea typeface="Arial"/>
                <a:cs typeface="Arial"/>
                <a:sym typeface="Arial"/>
              </a:defRPr>
            </a:lvl1pPr>
            <a:lvl2pPr lvl="1" indent="0" algn="r" rtl="0">
              <a:spcBef>
                <a:spcPts val="0"/>
              </a:spcBef>
              <a:spcAft>
                <a:spcPts val="0"/>
              </a:spcAft>
              <a:buClr>
                <a:srgbClr val="FFFFFF"/>
              </a:buClr>
              <a:buSzPts val="1400"/>
              <a:buFont typeface="Arial"/>
              <a:buNone/>
              <a:defRPr sz="4800" b="1">
                <a:solidFill>
                  <a:srgbClr val="FFFFFF"/>
                </a:solidFill>
              </a:defRPr>
            </a:lvl2pPr>
            <a:lvl3pPr lvl="2" indent="0" algn="r" rtl="0">
              <a:spcBef>
                <a:spcPts val="0"/>
              </a:spcBef>
              <a:spcAft>
                <a:spcPts val="0"/>
              </a:spcAft>
              <a:buClr>
                <a:srgbClr val="FFFFFF"/>
              </a:buClr>
              <a:buSzPts val="1400"/>
              <a:buFont typeface="Arial"/>
              <a:buNone/>
              <a:defRPr sz="4800" b="1">
                <a:solidFill>
                  <a:srgbClr val="FFFFFF"/>
                </a:solidFill>
              </a:defRPr>
            </a:lvl3pPr>
            <a:lvl4pPr lvl="3" indent="0" algn="r" rtl="0">
              <a:spcBef>
                <a:spcPts val="0"/>
              </a:spcBef>
              <a:spcAft>
                <a:spcPts val="0"/>
              </a:spcAft>
              <a:buClr>
                <a:srgbClr val="FFFFFF"/>
              </a:buClr>
              <a:buSzPts val="1400"/>
              <a:buFont typeface="Arial"/>
              <a:buNone/>
              <a:defRPr sz="4800" b="1">
                <a:solidFill>
                  <a:srgbClr val="FFFFFF"/>
                </a:solidFill>
              </a:defRPr>
            </a:lvl4pPr>
            <a:lvl5pPr lvl="4" indent="0" algn="r" rtl="0">
              <a:spcBef>
                <a:spcPts val="0"/>
              </a:spcBef>
              <a:spcAft>
                <a:spcPts val="0"/>
              </a:spcAft>
              <a:buClr>
                <a:srgbClr val="FFFFFF"/>
              </a:buClr>
              <a:buSzPts val="1400"/>
              <a:buFont typeface="Arial"/>
              <a:buNone/>
              <a:defRPr sz="4800" b="1">
                <a:solidFill>
                  <a:srgbClr val="FFFFFF"/>
                </a:solidFill>
              </a:defRPr>
            </a:lvl5pPr>
            <a:lvl6pPr lvl="5" indent="0" algn="r" rtl="0">
              <a:spcBef>
                <a:spcPts val="0"/>
              </a:spcBef>
              <a:spcAft>
                <a:spcPts val="0"/>
              </a:spcAft>
              <a:buClr>
                <a:srgbClr val="FFFFFF"/>
              </a:buClr>
              <a:buSzPts val="1400"/>
              <a:buFont typeface="Arial"/>
              <a:buNone/>
              <a:defRPr sz="4800" b="1">
                <a:solidFill>
                  <a:srgbClr val="FFFFFF"/>
                </a:solidFill>
              </a:defRPr>
            </a:lvl6pPr>
            <a:lvl7pPr lvl="6" indent="0" algn="r" rtl="0">
              <a:spcBef>
                <a:spcPts val="0"/>
              </a:spcBef>
              <a:spcAft>
                <a:spcPts val="0"/>
              </a:spcAft>
              <a:buClr>
                <a:srgbClr val="FFFFFF"/>
              </a:buClr>
              <a:buSzPts val="1400"/>
              <a:buFont typeface="Arial"/>
              <a:buNone/>
              <a:defRPr sz="4800" b="1">
                <a:solidFill>
                  <a:srgbClr val="FFFFFF"/>
                </a:solidFill>
              </a:defRPr>
            </a:lvl7pPr>
            <a:lvl8pPr lvl="7" indent="0" algn="r" rtl="0">
              <a:spcBef>
                <a:spcPts val="0"/>
              </a:spcBef>
              <a:spcAft>
                <a:spcPts val="0"/>
              </a:spcAft>
              <a:buClr>
                <a:srgbClr val="FFFFFF"/>
              </a:buClr>
              <a:buSzPts val="1400"/>
              <a:buFont typeface="Arial"/>
              <a:buNone/>
              <a:defRPr sz="4800" b="1">
                <a:solidFill>
                  <a:srgbClr val="FFFFFF"/>
                </a:solidFill>
              </a:defRPr>
            </a:lvl8pPr>
            <a:lvl9pPr lvl="8" indent="0" algn="r" rtl="0">
              <a:spcBef>
                <a:spcPts val="0"/>
              </a:spcBef>
              <a:spcAft>
                <a:spcPts val="0"/>
              </a:spcAft>
              <a:buClr>
                <a:srgbClr val="FFFFFF"/>
              </a:buClr>
              <a:buSzPts val="1400"/>
              <a:buFont typeface="Arial"/>
              <a:buNone/>
              <a:defRPr sz="4800" b="1">
                <a:solidFill>
                  <a:srgbClr val="FFFFFF"/>
                </a:solidFill>
              </a:defRPr>
            </a:lvl9pPr>
          </a:lstStyle>
          <a:p>
            <a:endParaRPr/>
          </a:p>
        </p:txBody>
      </p:sp>
      <p:sp>
        <p:nvSpPr>
          <p:cNvPr id="80" name="Google Shape;80;p23"/>
          <p:cNvSpPr txBox="1"/>
          <p:nvPr/>
        </p:nvSpPr>
        <p:spPr>
          <a:xfrm>
            <a:off x="3664989" y="371598"/>
            <a:ext cx="1057200" cy="35316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accent1"/>
              </a:buClr>
              <a:buFont typeface="Arial"/>
              <a:buNone/>
            </a:pPr>
            <a:r>
              <a:rPr lang="en" sz="22500" b="0" i="0" u="none" strike="noStrike" cap="none">
                <a:solidFill>
                  <a:schemeClr val="accent1"/>
                </a:solidFill>
                <a:latin typeface="Arial"/>
                <a:ea typeface="Arial"/>
                <a:cs typeface="Arial"/>
                <a:sym typeface="Arial"/>
              </a:rPr>
              <a:t>{</a:t>
            </a:r>
            <a:endParaRPr/>
          </a:p>
        </p:txBody>
      </p:sp>
      <p:sp>
        <p:nvSpPr>
          <p:cNvPr id="81" name="Google Shape;81;p23"/>
          <p:cNvSpPr txBox="1">
            <a:spLocks noGrp="1"/>
          </p:cNvSpPr>
          <p:nvPr>
            <p:ph type="subTitle" idx="1"/>
          </p:nvPr>
        </p:nvSpPr>
        <p:spPr>
          <a:xfrm>
            <a:off x="4925925" y="1039900"/>
            <a:ext cx="3589500" cy="2755800"/>
          </a:xfrm>
          <a:prstGeom prst="rect">
            <a:avLst/>
          </a:prstGeom>
          <a:noFill/>
          <a:ln>
            <a:noFill/>
          </a:ln>
        </p:spPr>
        <p:txBody>
          <a:bodyPr spcFirstLastPara="1" wrap="square" lIns="91425" tIns="91425" rIns="91425" bIns="91425" anchor="ctr" anchorCtr="0">
            <a:noAutofit/>
          </a:bodyPr>
          <a:lstStyle>
            <a:lvl1pPr marL="457200" marR="0" lvl="0" indent="-228600" algn="l" rtl="0">
              <a:lnSpc>
                <a:spcPct val="115000"/>
              </a:lnSpc>
              <a:spcBef>
                <a:spcPts val="0"/>
              </a:spcBef>
              <a:spcAft>
                <a:spcPts val="0"/>
              </a:spcAft>
              <a:buClr>
                <a:srgbClr val="000000"/>
              </a:buClr>
              <a:buSzPts val="1400"/>
              <a:buFont typeface="Arial"/>
              <a:buNone/>
              <a:defRPr sz="1800" b="1" i="0" u="none" strike="noStrike" cap="none">
                <a:solidFill>
                  <a:srgbClr val="FFFFFF"/>
                </a:solidFill>
                <a:latin typeface="Arial"/>
                <a:ea typeface="Arial"/>
                <a:cs typeface="Arial"/>
                <a:sym typeface="Arial"/>
              </a:defRPr>
            </a:lvl1pPr>
            <a:lvl2pPr marL="457200" marR="0" lvl="1" indent="0" algn="l" rtl="0">
              <a:lnSpc>
                <a:spcPct val="115000"/>
              </a:lnSpc>
              <a:spcBef>
                <a:spcPts val="1600"/>
              </a:spcBef>
              <a:spcAft>
                <a:spcPts val="0"/>
              </a:spcAft>
              <a:buClr>
                <a:srgbClr val="000000"/>
              </a:buClr>
              <a:buSzPts val="1400"/>
              <a:buFont typeface="Arial"/>
              <a:buNone/>
              <a:defRPr sz="1400" b="1" i="0" u="none" strike="noStrike" cap="none">
                <a:solidFill>
                  <a:srgbClr val="FFFFFF"/>
                </a:solidFill>
                <a:latin typeface="Arial"/>
                <a:ea typeface="Arial"/>
                <a:cs typeface="Arial"/>
                <a:sym typeface="Arial"/>
              </a:defRPr>
            </a:lvl2pPr>
            <a:lvl3pPr marL="914400" marR="0" lvl="2" indent="0" algn="l" rtl="0">
              <a:lnSpc>
                <a:spcPct val="115000"/>
              </a:lnSpc>
              <a:spcBef>
                <a:spcPts val="1600"/>
              </a:spcBef>
              <a:spcAft>
                <a:spcPts val="0"/>
              </a:spcAft>
              <a:buClr>
                <a:srgbClr val="000000"/>
              </a:buClr>
              <a:buSzPts val="1400"/>
              <a:buFont typeface="Arial"/>
              <a:buNone/>
              <a:defRPr sz="1400" b="1" i="0" u="none" strike="noStrike" cap="none">
                <a:solidFill>
                  <a:srgbClr val="FFFFFF"/>
                </a:solidFill>
                <a:latin typeface="Arial"/>
                <a:ea typeface="Arial"/>
                <a:cs typeface="Arial"/>
                <a:sym typeface="Arial"/>
              </a:defRPr>
            </a:lvl3pPr>
            <a:lvl4pPr marL="1371600" marR="0" lvl="3" indent="0" algn="l" rtl="0">
              <a:lnSpc>
                <a:spcPct val="115000"/>
              </a:lnSpc>
              <a:spcBef>
                <a:spcPts val="1600"/>
              </a:spcBef>
              <a:spcAft>
                <a:spcPts val="0"/>
              </a:spcAft>
              <a:buClr>
                <a:srgbClr val="000000"/>
              </a:buClr>
              <a:buSzPts val="1400"/>
              <a:buFont typeface="Arial"/>
              <a:buNone/>
              <a:defRPr sz="1400" b="1" i="0" u="none" strike="noStrike" cap="none">
                <a:solidFill>
                  <a:srgbClr val="FFFFFF"/>
                </a:solidFill>
                <a:latin typeface="Arial"/>
                <a:ea typeface="Arial"/>
                <a:cs typeface="Arial"/>
                <a:sym typeface="Arial"/>
              </a:defRPr>
            </a:lvl4pPr>
            <a:lvl5pPr marL="1828800" marR="0" lvl="4" indent="0" algn="l" rtl="0">
              <a:lnSpc>
                <a:spcPct val="115000"/>
              </a:lnSpc>
              <a:spcBef>
                <a:spcPts val="1600"/>
              </a:spcBef>
              <a:spcAft>
                <a:spcPts val="0"/>
              </a:spcAft>
              <a:buClr>
                <a:srgbClr val="000000"/>
              </a:buClr>
              <a:buSzPts val="1400"/>
              <a:buFont typeface="Arial"/>
              <a:buNone/>
              <a:defRPr sz="1400" b="1" i="0" u="none" strike="noStrike" cap="none">
                <a:solidFill>
                  <a:srgbClr val="FFFFFF"/>
                </a:solidFill>
                <a:latin typeface="Arial"/>
                <a:ea typeface="Arial"/>
                <a:cs typeface="Arial"/>
                <a:sym typeface="Arial"/>
              </a:defRPr>
            </a:lvl5pPr>
            <a:lvl6pPr marL="2286000" marR="0" lvl="5" indent="0" algn="l" rtl="0">
              <a:lnSpc>
                <a:spcPct val="115000"/>
              </a:lnSpc>
              <a:spcBef>
                <a:spcPts val="1600"/>
              </a:spcBef>
              <a:spcAft>
                <a:spcPts val="0"/>
              </a:spcAft>
              <a:buClr>
                <a:srgbClr val="000000"/>
              </a:buClr>
              <a:buSzPts val="1400"/>
              <a:buFont typeface="Arial"/>
              <a:buNone/>
              <a:defRPr sz="1400" b="1" i="0" u="none" strike="noStrike" cap="none">
                <a:solidFill>
                  <a:srgbClr val="FFFFFF"/>
                </a:solidFill>
                <a:latin typeface="Arial"/>
                <a:ea typeface="Arial"/>
                <a:cs typeface="Arial"/>
                <a:sym typeface="Arial"/>
              </a:defRPr>
            </a:lvl6pPr>
            <a:lvl7pPr marL="2743200" marR="0" lvl="6" indent="0" algn="l" rtl="0">
              <a:lnSpc>
                <a:spcPct val="115000"/>
              </a:lnSpc>
              <a:spcBef>
                <a:spcPts val="1600"/>
              </a:spcBef>
              <a:spcAft>
                <a:spcPts val="0"/>
              </a:spcAft>
              <a:buClr>
                <a:srgbClr val="000000"/>
              </a:buClr>
              <a:buSzPts val="1400"/>
              <a:buFont typeface="Arial"/>
              <a:buNone/>
              <a:defRPr sz="1400" b="1" i="0" u="none" strike="noStrike" cap="none">
                <a:solidFill>
                  <a:srgbClr val="FFFFFF"/>
                </a:solidFill>
                <a:latin typeface="Arial"/>
                <a:ea typeface="Arial"/>
                <a:cs typeface="Arial"/>
                <a:sym typeface="Arial"/>
              </a:defRPr>
            </a:lvl7pPr>
            <a:lvl8pPr marL="3200400" marR="0" lvl="7" indent="0" algn="l" rtl="0">
              <a:lnSpc>
                <a:spcPct val="115000"/>
              </a:lnSpc>
              <a:spcBef>
                <a:spcPts val="1600"/>
              </a:spcBef>
              <a:spcAft>
                <a:spcPts val="0"/>
              </a:spcAft>
              <a:buClr>
                <a:srgbClr val="000000"/>
              </a:buClr>
              <a:buSzPts val="1400"/>
              <a:buFont typeface="Arial"/>
              <a:buNone/>
              <a:defRPr sz="1400" b="1" i="0" u="none" strike="noStrike" cap="none">
                <a:solidFill>
                  <a:srgbClr val="FFFFFF"/>
                </a:solidFill>
                <a:latin typeface="Arial"/>
                <a:ea typeface="Arial"/>
                <a:cs typeface="Arial"/>
                <a:sym typeface="Arial"/>
              </a:defRPr>
            </a:lvl8pPr>
            <a:lvl9pPr marL="3657600" marR="0" lvl="8" indent="0" algn="l" rtl="0">
              <a:lnSpc>
                <a:spcPct val="115000"/>
              </a:lnSpc>
              <a:spcBef>
                <a:spcPts val="1600"/>
              </a:spcBef>
              <a:spcAft>
                <a:spcPts val="1600"/>
              </a:spcAft>
              <a:buClr>
                <a:srgbClr val="000000"/>
              </a:buClr>
              <a:buSzPts val="1400"/>
              <a:buFont typeface="Arial"/>
              <a:buNone/>
              <a:defRPr sz="1400" b="1" i="0" u="none" strike="noStrike" cap="none">
                <a:solidFill>
                  <a:srgbClr val="FFFFFF"/>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hapter break bar">
  <p:cSld name="Chapter break bar">
    <p:spTree>
      <p:nvGrpSpPr>
        <p:cNvPr id="1" name="Shape 82"/>
        <p:cNvGrpSpPr/>
        <p:nvPr/>
      </p:nvGrpSpPr>
      <p:grpSpPr>
        <a:xfrm>
          <a:off x="0" y="0"/>
          <a:ext cx="0" cy="0"/>
          <a:chOff x="0" y="0"/>
          <a:chExt cx="0" cy="0"/>
        </a:xfrm>
      </p:grpSpPr>
      <p:sp>
        <p:nvSpPr>
          <p:cNvPr id="83" name="Google Shape;83;p24"/>
          <p:cNvSpPr/>
          <p:nvPr/>
        </p:nvSpPr>
        <p:spPr>
          <a:xfrm>
            <a:off x="0" y="1314450"/>
            <a:ext cx="9144000" cy="1543200"/>
          </a:xfrm>
          <a:prstGeom prst="rect">
            <a:avLst/>
          </a:prstGeom>
          <a:solidFill>
            <a:schemeClr val="accent1"/>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Font typeface="Arial"/>
              <a:buNone/>
            </a:pPr>
            <a:endParaRPr sz="3700" b="1" i="0" u="none" strike="noStrike" cap="none">
              <a:solidFill>
                <a:schemeClr val="lt1"/>
              </a:solidFill>
              <a:latin typeface="Arial"/>
              <a:ea typeface="Arial"/>
              <a:cs typeface="Arial"/>
              <a:sym typeface="Arial"/>
            </a:endParaRPr>
          </a:p>
        </p:txBody>
      </p:sp>
      <p:sp>
        <p:nvSpPr>
          <p:cNvPr id="84" name="Google Shape;84;p24"/>
          <p:cNvSpPr txBox="1">
            <a:spLocks noGrp="1"/>
          </p:cNvSpPr>
          <p:nvPr>
            <p:ph type="title"/>
          </p:nvPr>
        </p:nvSpPr>
        <p:spPr>
          <a:xfrm>
            <a:off x="381837" y="1600200"/>
            <a:ext cx="8112900" cy="10215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chemeClr val="dk1"/>
              </a:buClr>
              <a:buSzPts val="1400"/>
              <a:buFont typeface="Arial"/>
              <a:buNone/>
              <a:defRPr sz="4800" b="1" i="0" u="none" strike="noStrike" cap="none">
                <a:solidFill>
                  <a:schemeClr val="dk1"/>
                </a:solidFill>
                <a:latin typeface="Arial"/>
                <a:ea typeface="Arial"/>
                <a:cs typeface="Arial"/>
                <a:sym typeface="Arial"/>
              </a:defRPr>
            </a:lvl1pPr>
            <a:lvl2pPr marL="0" marR="0" lvl="1" indent="0" algn="l" rtl="0">
              <a:spcBef>
                <a:spcPts val="0"/>
              </a:spcBef>
              <a:spcAft>
                <a:spcPts val="0"/>
              </a:spcAft>
              <a:buClr>
                <a:schemeClr val="dk1"/>
              </a:buClr>
              <a:buSzPts val="1400"/>
              <a:buFont typeface="Arial"/>
              <a:buNone/>
              <a:defRPr sz="2400" b="1">
                <a:solidFill>
                  <a:schemeClr val="dk1"/>
                </a:solidFill>
              </a:defRPr>
            </a:lvl2pPr>
            <a:lvl3pPr marL="0" marR="0" lvl="2" indent="0" algn="l" rtl="0">
              <a:spcBef>
                <a:spcPts val="0"/>
              </a:spcBef>
              <a:spcAft>
                <a:spcPts val="0"/>
              </a:spcAft>
              <a:buClr>
                <a:schemeClr val="dk1"/>
              </a:buClr>
              <a:buSzPts val="1400"/>
              <a:buFont typeface="Arial"/>
              <a:buNone/>
              <a:defRPr sz="2400" b="1">
                <a:solidFill>
                  <a:schemeClr val="dk1"/>
                </a:solidFill>
              </a:defRPr>
            </a:lvl3pPr>
            <a:lvl4pPr marL="0" marR="0" lvl="3" indent="0" algn="l" rtl="0">
              <a:spcBef>
                <a:spcPts val="0"/>
              </a:spcBef>
              <a:spcAft>
                <a:spcPts val="0"/>
              </a:spcAft>
              <a:buClr>
                <a:schemeClr val="dk1"/>
              </a:buClr>
              <a:buSzPts val="1400"/>
              <a:buFont typeface="Arial"/>
              <a:buNone/>
              <a:defRPr sz="2400" b="1">
                <a:solidFill>
                  <a:schemeClr val="dk1"/>
                </a:solidFill>
              </a:defRPr>
            </a:lvl4pPr>
            <a:lvl5pPr marL="0" marR="0" lvl="4" indent="0" algn="l" rtl="0">
              <a:spcBef>
                <a:spcPts val="0"/>
              </a:spcBef>
              <a:spcAft>
                <a:spcPts val="0"/>
              </a:spcAft>
              <a:buClr>
                <a:schemeClr val="dk1"/>
              </a:buClr>
              <a:buSzPts val="1400"/>
              <a:buFont typeface="Arial"/>
              <a:buNone/>
              <a:defRPr sz="2400" b="1">
                <a:solidFill>
                  <a:schemeClr val="dk1"/>
                </a:solidFill>
              </a:defRPr>
            </a:lvl5pPr>
            <a:lvl6pPr marL="0" marR="0" lvl="5" indent="0" algn="l" rtl="0">
              <a:spcBef>
                <a:spcPts val="0"/>
              </a:spcBef>
              <a:spcAft>
                <a:spcPts val="0"/>
              </a:spcAft>
              <a:buClr>
                <a:schemeClr val="dk1"/>
              </a:buClr>
              <a:buSzPts val="1400"/>
              <a:buFont typeface="Arial"/>
              <a:buNone/>
              <a:defRPr sz="2400" b="1">
                <a:solidFill>
                  <a:schemeClr val="dk1"/>
                </a:solidFill>
              </a:defRPr>
            </a:lvl6pPr>
            <a:lvl7pPr marL="0" marR="0" lvl="6" indent="0" algn="l" rtl="0">
              <a:spcBef>
                <a:spcPts val="0"/>
              </a:spcBef>
              <a:spcAft>
                <a:spcPts val="0"/>
              </a:spcAft>
              <a:buClr>
                <a:schemeClr val="dk1"/>
              </a:buClr>
              <a:buSzPts val="1400"/>
              <a:buFont typeface="Arial"/>
              <a:buNone/>
              <a:defRPr sz="2400" b="1">
                <a:solidFill>
                  <a:schemeClr val="dk1"/>
                </a:solidFill>
              </a:defRPr>
            </a:lvl7pPr>
            <a:lvl8pPr marL="0" marR="0" lvl="7" indent="0" algn="l" rtl="0">
              <a:spcBef>
                <a:spcPts val="0"/>
              </a:spcBef>
              <a:spcAft>
                <a:spcPts val="0"/>
              </a:spcAft>
              <a:buClr>
                <a:schemeClr val="dk1"/>
              </a:buClr>
              <a:buSzPts val="1400"/>
              <a:buFont typeface="Arial"/>
              <a:buNone/>
              <a:defRPr sz="2400" b="1">
                <a:solidFill>
                  <a:schemeClr val="dk1"/>
                </a:solidFill>
              </a:defRPr>
            </a:lvl8pPr>
            <a:lvl9pPr marL="0" marR="0" lvl="8" indent="0" algn="l" rtl="0">
              <a:spcBef>
                <a:spcPts val="0"/>
              </a:spcBef>
              <a:spcAft>
                <a:spcPts val="0"/>
              </a:spcAft>
              <a:buClr>
                <a:schemeClr val="dk1"/>
              </a:buClr>
              <a:buSzPts val="1400"/>
              <a:buFont typeface="Arial"/>
              <a:buNone/>
              <a:defRPr sz="2400" b="1">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pter break maroon bar">
  <p:cSld name="Chapter break maroon bar">
    <p:spTree>
      <p:nvGrpSpPr>
        <p:cNvPr id="1" name="Shape 85"/>
        <p:cNvGrpSpPr/>
        <p:nvPr/>
      </p:nvGrpSpPr>
      <p:grpSpPr>
        <a:xfrm>
          <a:off x="0" y="0"/>
          <a:ext cx="0" cy="0"/>
          <a:chOff x="0" y="0"/>
          <a:chExt cx="0" cy="0"/>
        </a:xfrm>
      </p:grpSpPr>
      <p:sp>
        <p:nvSpPr>
          <p:cNvPr id="86" name="Google Shape;86;p25"/>
          <p:cNvSpPr/>
          <p:nvPr/>
        </p:nvSpPr>
        <p:spPr>
          <a:xfrm>
            <a:off x="0" y="1314450"/>
            <a:ext cx="9144000" cy="1543200"/>
          </a:xfrm>
          <a:prstGeom prst="rect">
            <a:avLst/>
          </a:prstGeom>
          <a:solidFill>
            <a:schemeClr val="accent2"/>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Font typeface="Arial"/>
              <a:buNone/>
            </a:pPr>
            <a:endParaRPr sz="3700" b="1" i="0" u="none" strike="noStrike" cap="none">
              <a:solidFill>
                <a:schemeClr val="dk2"/>
              </a:solidFill>
              <a:latin typeface="Arial"/>
              <a:ea typeface="Arial"/>
              <a:cs typeface="Arial"/>
              <a:sym typeface="Arial"/>
            </a:endParaRPr>
          </a:p>
        </p:txBody>
      </p:sp>
      <p:sp>
        <p:nvSpPr>
          <p:cNvPr id="87" name="Google Shape;87;p25"/>
          <p:cNvSpPr txBox="1">
            <a:spLocks noGrp="1"/>
          </p:cNvSpPr>
          <p:nvPr>
            <p:ph type="title"/>
          </p:nvPr>
        </p:nvSpPr>
        <p:spPr>
          <a:xfrm>
            <a:off x="381837" y="1600200"/>
            <a:ext cx="8112900" cy="10215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chemeClr val="dk1"/>
              </a:buClr>
              <a:buSzPts val="1400"/>
              <a:buFont typeface="Arial"/>
              <a:buNone/>
              <a:defRPr sz="4800" b="1" i="0" u="none" strike="noStrike" cap="none">
                <a:solidFill>
                  <a:schemeClr val="lt1"/>
                </a:solidFill>
                <a:latin typeface="Arial"/>
                <a:ea typeface="Arial"/>
                <a:cs typeface="Arial"/>
                <a:sym typeface="Arial"/>
              </a:defRPr>
            </a:lvl1pPr>
            <a:lvl2pPr marL="0" marR="0" lvl="1" indent="0" algn="l" rtl="0">
              <a:spcBef>
                <a:spcPts val="0"/>
              </a:spcBef>
              <a:spcAft>
                <a:spcPts val="0"/>
              </a:spcAft>
              <a:buClr>
                <a:schemeClr val="dk1"/>
              </a:buClr>
              <a:buSzPts val="1400"/>
              <a:buFont typeface="Arial"/>
              <a:buNone/>
              <a:defRPr sz="2400" b="1">
                <a:solidFill>
                  <a:schemeClr val="dk1"/>
                </a:solidFill>
              </a:defRPr>
            </a:lvl2pPr>
            <a:lvl3pPr marL="0" marR="0" lvl="2" indent="0" algn="l" rtl="0">
              <a:spcBef>
                <a:spcPts val="0"/>
              </a:spcBef>
              <a:spcAft>
                <a:spcPts val="0"/>
              </a:spcAft>
              <a:buClr>
                <a:schemeClr val="dk1"/>
              </a:buClr>
              <a:buSzPts val="1400"/>
              <a:buFont typeface="Arial"/>
              <a:buNone/>
              <a:defRPr sz="2400" b="1">
                <a:solidFill>
                  <a:schemeClr val="dk1"/>
                </a:solidFill>
              </a:defRPr>
            </a:lvl3pPr>
            <a:lvl4pPr marL="0" marR="0" lvl="3" indent="0" algn="l" rtl="0">
              <a:spcBef>
                <a:spcPts val="0"/>
              </a:spcBef>
              <a:spcAft>
                <a:spcPts val="0"/>
              </a:spcAft>
              <a:buClr>
                <a:schemeClr val="dk1"/>
              </a:buClr>
              <a:buSzPts val="1400"/>
              <a:buFont typeface="Arial"/>
              <a:buNone/>
              <a:defRPr sz="2400" b="1">
                <a:solidFill>
                  <a:schemeClr val="dk1"/>
                </a:solidFill>
              </a:defRPr>
            </a:lvl4pPr>
            <a:lvl5pPr marL="0" marR="0" lvl="4" indent="0" algn="l" rtl="0">
              <a:spcBef>
                <a:spcPts val="0"/>
              </a:spcBef>
              <a:spcAft>
                <a:spcPts val="0"/>
              </a:spcAft>
              <a:buClr>
                <a:schemeClr val="dk1"/>
              </a:buClr>
              <a:buSzPts val="1400"/>
              <a:buFont typeface="Arial"/>
              <a:buNone/>
              <a:defRPr sz="2400" b="1">
                <a:solidFill>
                  <a:schemeClr val="dk1"/>
                </a:solidFill>
              </a:defRPr>
            </a:lvl5pPr>
            <a:lvl6pPr marL="0" marR="0" lvl="5" indent="0" algn="l" rtl="0">
              <a:spcBef>
                <a:spcPts val="0"/>
              </a:spcBef>
              <a:spcAft>
                <a:spcPts val="0"/>
              </a:spcAft>
              <a:buClr>
                <a:schemeClr val="dk1"/>
              </a:buClr>
              <a:buSzPts val="1400"/>
              <a:buFont typeface="Arial"/>
              <a:buNone/>
              <a:defRPr sz="2400" b="1">
                <a:solidFill>
                  <a:schemeClr val="dk1"/>
                </a:solidFill>
              </a:defRPr>
            </a:lvl6pPr>
            <a:lvl7pPr marL="0" marR="0" lvl="6" indent="0" algn="l" rtl="0">
              <a:spcBef>
                <a:spcPts val="0"/>
              </a:spcBef>
              <a:spcAft>
                <a:spcPts val="0"/>
              </a:spcAft>
              <a:buClr>
                <a:schemeClr val="dk1"/>
              </a:buClr>
              <a:buSzPts val="1400"/>
              <a:buFont typeface="Arial"/>
              <a:buNone/>
              <a:defRPr sz="2400" b="1">
                <a:solidFill>
                  <a:schemeClr val="dk1"/>
                </a:solidFill>
              </a:defRPr>
            </a:lvl7pPr>
            <a:lvl8pPr marL="0" marR="0" lvl="7" indent="0" algn="l" rtl="0">
              <a:spcBef>
                <a:spcPts val="0"/>
              </a:spcBef>
              <a:spcAft>
                <a:spcPts val="0"/>
              </a:spcAft>
              <a:buClr>
                <a:schemeClr val="dk1"/>
              </a:buClr>
              <a:buSzPts val="1400"/>
              <a:buFont typeface="Arial"/>
              <a:buNone/>
              <a:defRPr sz="2400" b="1">
                <a:solidFill>
                  <a:schemeClr val="dk1"/>
                </a:solidFill>
              </a:defRPr>
            </a:lvl8pPr>
            <a:lvl9pPr marL="0" marR="0" lvl="8" indent="0" algn="l" rtl="0">
              <a:spcBef>
                <a:spcPts val="0"/>
              </a:spcBef>
              <a:spcAft>
                <a:spcPts val="0"/>
              </a:spcAft>
              <a:buClr>
                <a:schemeClr val="dk1"/>
              </a:buClr>
              <a:buSzPts val="1400"/>
              <a:buFont typeface="Arial"/>
              <a:buNone/>
              <a:defRPr sz="2400" b="1">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Headline with 3 column 1">
  <p:cSld name="Headline with 3 column 1">
    <p:spTree>
      <p:nvGrpSpPr>
        <p:cNvPr id="1" name="Shape 88"/>
        <p:cNvGrpSpPr/>
        <p:nvPr/>
      </p:nvGrpSpPr>
      <p:grpSpPr>
        <a:xfrm>
          <a:off x="0" y="0"/>
          <a:ext cx="0" cy="0"/>
          <a:chOff x="0" y="0"/>
          <a:chExt cx="0" cy="0"/>
        </a:xfrm>
      </p:grpSpPr>
      <p:sp>
        <p:nvSpPr>
          <p:cNvPr id="89" name="Google Shape;89;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2800" b="1" i="0" u="none" strike="noStrike" cap="none">
                <a:solidFill>
                  <a:schemeClr val="dk1"/>
                </a:solidFill>
                <a:highlight>
                  <a:schemeClr val="accent1"/>
                </a:highlight>
                <a:latin typeface="Arial"/>
                <a:ea typeface="Arial"/>
                <a:cs typeface="Arial"/>
                <a:sym typeface="Arial"/>
              </a:defRPr>
            </a:lvl1pPr>
            <a:lvl2pPr lvl="1" indent="0" rtl="0">
              <a:spcBef>
                <a:spcPts val="0"/>
              </a:spcBef>
              <a:spcAft>
                <a:spcPts val="0"/>
              </a:spcAft>
              <a:buClr>
                <a:schemeClr val="dk1"/>
              </a:buClr>
              <a:buSzPts val="1400"/>
              <a:buFont typeface="Arial"/>
              <a:buNone/>
              <a:defRPr sz="2800" b="1">
                <a:solidFill>
                  <a:schemeClr val="dk1"/>
                </a:solidFill>
                <a:highlight>
                  <a:schemeClr val="accent1"/>
                </a:highlight>
              </a:defRPr>
            </a:lvl2pPr>
            <a:lvl3pPr lvl="2" indent="0" rtl="0">
              <a:spcBef>
                <a:spcPts val="0"/>
              </a:spcBef>
              <a:spcAft>
                <a:spcPts val="0"/>
              </a:spcAft>
              <a:buClr>
                <a:schemeClr val="dk1"/>
              </a:buClr>
              <a:buSzPts val="1400"/>
              <a:buFont typeface="Arial"/>
              <a:buNone/>
              <a:defRPr sz="2800" b="1">
                <a:solidFill>
                  <a:schemeClr val="dk1"/>
                </a:solidFill>
                <a:highlight>
                  <a:schemeClr val="accent1"/>
                </a:highlight>
              </a:defRPr>
            </a:lvl3pPr>
            <a:lvl4pPr lvl="3" indent="0" rtl="0">
              <a:spcBef>
                <a:spcPts val="0"/>
              </a:spcBef>
              <a:spcAft>
                <a:spcPts val="0"/>
              </a:spcAft>
              <a:buClr>
                <a:schemeClr val="dk1"/>
              </a:buClr>
              <a:buSzPts val="1400"/>
              <a:buFont typeface="Arial"/>
              <a:buNone/>
              <a:defRPr sz="2800" b="1">
                <a:solidFill>
                  <a:schemeClr val="dk1"/>
                </a:solidFill>
                <a:highlight>
                  <a:schemeClr val="accent1"/>
                </a:highlight>
              </a:defRPr>
            </a:lvl4pPr>
            <a:lvl5pPr lvl="4" indent="0" rtl="0">
              <a:spcBef>
                <a:spcPts val="0"/>
              </a:spcBef>
              <a:spcAft>
                <a:spcPts val="0"/>
              </a:spcAft>
              <a:buClr>
                <a:schemeClr val="dk1"/>
              </a:buClr>
              <a:buSzPts val="1400"/>
              <a:buFont typeface="Arial"/>
              <a:buNone/>
              <a:defRPr sz="2800" b="1">
                <a:solidFill>
                  <a:schemeClr val="dk1"/>
                </a:solidFill>
                <a:highlight>
                  <a:schemeClr val="accent1"/>
                </a:highlight>
              </a:defRPr>
            </a:lvl5pPr>
            <a:lvl6pPr lvl="5" indent="0" rtl="0">
              <a:spcBef>
                <a:spcPts val="0"/>
              </a:spcBef>
              <a:spcAft>
                <a:spcPts val="0"/>
              </a:spcAft>
              <a:buClr>
                <a:schemeClr val="dk1"/>
              </a:buClr>
              <a:buSzPts val="1400"/>
              <a:buFont typeface="Arial"/>
              <a:buNone/>
              <a:defRPr sz="2800" b="1">
                <a:solidFill>
                  <a:schemeClr val="dk1"/>
                </a:solidFill>
                <a:highlight>
                  <a:schemeClr val="accent1"/>
                </a:highlight>
              </a:defRPr>
            </a:lvl6pPr>
            <a:lvl7pPr lvl="6" indent="0" rtl="0">
              <a:spcBef>
                <a:spcPts val="0"/>
              </a:spcBef>
              <a:spcAft>
                <a:spcPts val="0"/>
              </a:spcAft>
              <a:buClr>
                <a:schemeClr val="dk1"/>
              </a:buClr>
              <a:buSzPts val="1400"/>
              <a:buFont typeface="Arial"/>
              <a:buNone/>
              <a:defRPr sz="2800" b="1">
                <a:solidFill>
                  <a:schemeClr val="dk1"/>
                </a:solidFill>
                <a:highlight>
                  <a:schemeClr val="accent1"/>
                </a:highlight>
              </a:defRPr>
            </a:lvl7pPr>
            <a:lvl8pPr lvl="7" indent="0" rtl="0">
              <a:spcBef>
                <a:spcPts val="0"/>
              </a:spcBef>
              <a:spcAft>
                <a:spcPts val="0"/>
              </a:spcAft>
              <a:buClr>
                <a:schemeClr val="dk1"/>
              </a:buClr>
              <a:buSzPts val="1400"/>
              <a:buFont typeface="Arial"/>
              <a:buNone/>
              <a:defRPr sz="2800" b="1">
                <a:solidFill>
                  <a:schemeClr val="dk1"/>
                </a:solidFill>
                <a:highlight>
                  <a:schemeClr val="accent1"/>
                </a:highlight>
              </a:defRPr>
            </a:lvl8pPr>
            <a:lvl9pPr lvl="8" indent="0" rtl="0">
              <a:spcBef>
                <a:spcPts val="0"/>
              </a:spcBef>
              <a:spcAft>
                <a:spcPts val="0"/>
              </a:spcAft>
              <a:buClr>
                <a:schemeClr val="dk1"/>
              </a:buClr>
              <a:buSzPts val="1400"/>
              <a:buFont typeface="Arial"/>
              <a:buNone/>
              <a:defRPr sz="2800" b="1">
                <a:solidFill>
                  <a:schemeClr val="dk1"/>
                </a:solidFill>
                <a:highlight>
                  <a:schemeClr val="accent1"/>
                </a:highlight>
              </a:defRPr>
            </a:lvl9pPr>
          </a:lstStyle>
          <a:p>
            <a:endParaRPr/>
          </a:p>
        </p:txBody>
      </p:sp>
      <p:sp>
        <p:nvSpPr>
          <p:cNvPr id="90" name="Google Shape;90;p26"/>
          <p:cNvSpPr txBox="1">
            <a:spLocks noGrp="1"/>
          </p:cNvSpPr>
          <p:nvPr>
            <p:ph type="body" idx="1"/>
          </p:nvPr>
        </p:nvSpPr>
        <p:spPr>
          <a:xfrm>
            <a:off x="6215500" y="1163025"/>
            <a:ext cx="2403600" cy="3201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L="1371600" marR="0" lvl="2"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L="2286000" marR="0" lvl="4"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L="2743200" marR="0" lvl="5"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L="3200400" marR="0" lvl="6"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L="3657600" marR="0" lvl="7"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L="4114800" marR="0" lvl="8" indent="-228600" algn="l" rtl="0">
              <a:lnSpc>
                <a:spcPct val="115000"/>
              </a:lnSpc>
              <a:spcBef>
                <a:spcPts val="1600"/>
              </a:spcBef>
              <a:spcAft>
                <a:spcPts val="160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
        <p:nvSpPr>
          <p:cNvPr id="91" name="Google Shape;91;p26"/>
          <p:cNvSpPr txBox="1">
            <a:spLocks noGrp="1"/>
          </p:cNvSpPr>
          <p:nvPr>
            <p:ph type="body" idx="2"/>
          </p:nvPr>
        </p:nvSpPr>
        <p:spPr>
          <a:xfrm>
            <a:off x="3274550" y="1184665"/>
            <a:ext cx="2403600" cy="3201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L="1371600" marR="0" lvl="2"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L="2286000" marR="0" lvl="4"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L="2743200" marR="0" lvl="5"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L="3200400" marR="0" lvl="6"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L="3657600" marR="0" lvl="7"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L="4114800" marR="0" lvl="8" indent="-228600" algn="l" rtl="0">
              <a:lnSpc>
                <a:spcPct val="115000"/>
              </a:lnSpc>
              <a:spcBef>
                <a:spcPts val="1600"/>
              </a:spcBef>
              <a:spcAft>
                <a:spcPts val="160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
        <p:nvSpPr>
          <p:cNvPr id="92" name="Google Shape;92;p26"/>
          <p:cNvSpPr txBox="1">
            <a:spLocks noGrp="1"/>
          </p:cNvSpPr>
          <p:nvPr>
            <p:ph type="body" idx="3"/>
          </p:nvPr>
        </p:nvSpPr>
        <p:spPr>
          <a:xfrm>
            <a:off x="405375" y="1204825"/>
            <a:ext cx="2403600" cy="3201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L="1371600" marR="0" lvl="2"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L="2286000" marR="0" lvl="4"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L="2743200" marR="0" lvl="5"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L="3200400" marR="0" lvl="6"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L="3657600" marR="0" lvl="7"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L="4114800" marR="0" lvl="8" indent="-228600" algn="l" rtl="0">
              <a:lnSpc>
                <a:spcPct val="115000"/>
              </a:lnSpc>
              <a:spcBef>
                <a:spcPts val="1600"/>
              </a:spcBef>
              <a:spcAft>
                <a:spcPts val="160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Headline with text 1">
  <p:cSld name="Headline with text 1">
    <p:spTree>
      <p:nvGrpSpPr>
        <p:cNvPr id="1" name="Shape 93"/>
        <p:cNvGrpSpPr/>
        <p:nvPr/>
      </p:nvGrpSpPr>
      <p:grpSpPr>
        <a:xfrm>
          <a:off x="0" y="0"/>
          <a:ext cx="0" cy="0"/>
          <a:chOff x="0" y="0"/>
          <a:chExt cx="0" cy="0"/>
        </a:xfrm>
      </p:grpSpPr>
      <p:sp>
        <p:nvSpPr>
          <p:cNvPr id="94" name="Google Shape;94;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2800" b="1" i="0" u="none" strike="noStrike" cap="none">
                <a:solidFill>
                  <a:schemeClr val="dk1"/>
                </a:solidFill>
                <a:highlight>
                  <a:schemeClr val="accent1"/>
                </a:highlight>
                <a:latin typeface="Arial"/>
                <a:ea typeface="Arial"/>
                <a:cs typeface="Arial"/>
                <a:sym typeface="Arial"/>
              </a:defRPr>
            </a:lvl1pPr>
            <a:lvl2pPr lvl="1" indent="0" rtl="0">
              <a:spcBef>
                <a:spcPts val="0"/>
              </a:spcBef>
              <a:spcAft>
                <a:spcPts val="0"/>
              </a:spcAft>
              <a:buClr>
                <a:schemeClr val="dk1"/>
              </a:buClr>
              <a:buSzPts val="1400"/>
              <a:buFont typeface="Arial"/>
              <a:buNone/>
              <a:defRPr sz="2800" b="1">
                <a:solidFill>
                  <a:schemeClr val="dk1"/>
                </a:solidFill>
              </a:defRPr>
            </a:lvl2pPr>
            <a:lvl3pPr lvl="2" indent="0" rtl="0">
              <a:spcBef>
                <a:spcPts val="0"/>
              </a:spcBef>
              <a:spcAft>
                <a:spcPts val="0"/>
              </a:spcAft>
              <a:buClr>
                <a:schemeClr val="dk1"/>
              </a:buClr>
              <a:buSzPts val="1400"/>
              <a:buFont typeface="Arial"/>
              <a:buNone/>
              <a:defRPr sz="2800" b="1">
                <a:solidFill>
                  <a:schemeClr val="dk1"/>
                </a:solidFill>
              </a:defRPr>
            </a:lvl3pPr>
            <a:lvl4pPr lvl="3" indent="0" rtl="0">
              <a:spcBef>
                <a:spcPts val="0"/>
              </a:spcBef>
              <a:spcAft>
                <a:spcPts val="0"/>
              </a:spcAft>
              <a:buClr>
                <a:schemeClr val="dk1"/>
              </a:buClr>
              <a:buSzPts val="1400"/>
              <a:buFont typeface="Arial"/>
              <a:buNone/>
              <a:defRPr sz="2800" b="1">
                <a:solidFill>
                  <a:schemeClr val="dk1"/>
                </a:solidFill>
              </a:defRPr>
            </a:lvl4pPr>
            <a:lvl5pPr lvl="4" indent="0" rtl="0">
              <a:spcBef>
                <a:spcPts val="0"/>
              </a:spcBef>
              <a:spcAft>
                <a:spcPts val="0"/>
              </a:spcAft>
              <a:buClr>
                <a:schemeClr val="dk1"/>
              </a:buClr>
              <a:buSzPts val="1400"/>
              <a:buFont typeface="Arial"/>
              <a:buNone/>
              <a:defRPr sz="2800" b="1">
                <a:solidFill>
                  <a:schemeClr val="dk1"/>
                </a:solidFill>
              </a:defRPr>
            </a:lvl5pPr>
            <a:lvl6pPr lvl="5" indent="0" rtl="0">
              <a:spcBef>
                <a:spcPts val="0"/>
              </a:spcBef>
              <a:spcAft>
                <a:spcPts val="0"/>
              </a:spcAft>
              <a:buClr>
                <a:schemeClr val="dk1"/>
              </a:buClr>
              <a:buSzPts val="1400"/>
              <a:buFont typeface="Arial"/>
              <a:buNone/>
              <a:defRPr sz="2800" b="1">
                <a:solidFill>
                  <a:schemeClr val="dk1"/>
                </a:solidFill>
              </a:defRPr>
            </a:lvl6pPr>
            <a:lvl7pPr lvl="6" indent="0" rtl="0">
              <a:spcBef>
                <a:spcPts val="0"/>
              </a:spcBef>
              <a:spcAft>
                <a:spcPts val="0"/>
              </a:spcAft>
              <a:buClr>
                <a:schemeClr val="dk1"/>
              </a:buClr>
              <a:buSzPts val="1400"/>
              <a:buFont typeface="Arial"/>
              <a:buNone/>
              <a:defRPr sz="2800" b="1">
                <a:solidFill>
                  <a:schemeClr val="dk1"/>
                </a:solidFill>
              </a:defRPr>
            </a:lvl7pPr>
            <a:lvl8pPr lvl="7" indent="0" rtl="0">
              <a:spcBef>
                <a:spcPts val="0"/>
              </a:spcBef>
              <a:spcAft>
                <a:spcPts val="0"/>
              </a:spcAft>
              <a:buClr>
                <a:schemeClr val="dk1"/>
              </a:buClr>
              <a:buSzPts val="1400"/>
              <a:buFont typeface="Arial"/>
              <a:buNone/>
              <a:defRPr sz="2800" b="1">
                <a:solidFill>
                  <a:schemeClr val="dk1"/>
                </a:solidFill>
              </a:defRPr>
            </a:lvl8pPr>
            <a:lvl9pPr lvl="8" indent="0" rtl="0">
              <a:spcBef>
                <a:spcPts val="0"/>
              </a:spcBef>
              <a:spcAft>
                <a:spcPts val="0"/>
              </a:spcAft>
              <a:buClr>
                <a:schemeClr val="dk1"/>
              </a:buClr>
              <a:buSzPts val="1400"/>
              <a:buFont typeface="Arial"/>
              <a:buNone/>
              <a:defRPr sz="2800" b="1">
                <a:solidFill>
                  <a:schemeClr val="dk1"/>
                </a:solidFill>
              </a:defRPr>
            </a:lvl9pPr>
          </a:lstStyle>
          <a:p>
            <a:endParaRPr/>
          </a:p>
        </p:txBody>
      </p:sp>
      <p:sp>
        <p:nvSpPr>
          <p:cNvPr id="95" name="Google Shape;95;p27"/>
          <p:cNvSpPr txBox="1">
            <a:spLocks noGrp="1"/>
          </p:cNvSpPr>
          <p:nvPr>
            <p:ph type="body" idx="1"/>
          </p:nvPr>
        </p:nvSpPr>
        <p:spPr>
          <a:xfrm>
            <a:off x="311698" y="1204825"/>
            <a:ext cx="7820400" cy="3201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L="1371600" marR="0" lvl="2"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L="2286000" marR="0" lvl="4"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L="2743200" marR="0" lvl="5"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L="3200400" marR="0" lvl="6"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L="3657600" marR="0" lvl="7"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L="4114800" marR="0" lvl="8" indent="-228600" algn="l" rtl="0">
              <a:lnSpc>
                <a:spcPct val="115000"/>
              </a:lnSpc>
              <a:spcBef>
                <a:spcPts val="1600"/>
              </a:spcBef>
              <a:spcAft>
                <a:spcPts val="160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6"/>
        <p:cNvGrpSpPr/>
        <p:nvPr/>
      </p:nvGrpSpPr>
      <p:grpSpPr>
        <a:xfrm>
          <a:off x="0" y="0"/>
          <a:ext cx="0" cy="0"/>
          <a:chOff x="0" y="0"/>
          <a:chExt cx="0" cy="0"/>
        </a:xfrm>
      </p:grpSpPr>
      <p:sp>
        <p:nvSpPr>
          <p:cNvPr id="97" name="Google Shape;97;p28"/>
          <p:cNvSpPr/>
          <p:nvPr/>
        </p:nvSpPr>
        <p:spPr>
          <a:xfrm>
            <a:off x="4572000" y="-134650"/>
            <a:ext cx="4572000" cy="5277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98" name="Google Shape;98;p2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L="0" marR="0" lvl="0" indent="0" algn="l" rtl="0">
              <a:lnSpc>
                <a:spcPct val="100000"/>
              </a:lnSpc>
              <a:spcBef>
                <a:spcPts val="0"/>
              </a:spcBef>
              <a:spcAft>
                <a:spcPts val="0"/>
              </a:spcAft>
              <a:buClr>
                <a:schemeClr val="dk1"/>
              </a:buClr>
              <a:buSzPts val="1400"/>
              <a:buFont typeface="Arial"/>
              <a:buNone/>
              <a:defRPr sz="4200" b="1" i="0" u="none" strike="noStrike" cap="none">
                <a:solidFill>
                  <a:schemeClr val="dk1"/>
                </a:solidFill>
                <a:latin typeface="Arial"/>
                <a:ea typeface="Arial"/>
                <a:cs typeface="Arial"/>
                <a:sym typeface="Arial"/>
              </a:defRPr>
            </a:lvl1pPr>
            <a:lvl2pPr lvl="1" indent="0" algn="ctr">
              <a:spcBef>
                <a:spcPts val="0"/>
              </a:spcBef>
              <a:spcAft>
                <a:spcPts val="0"/>
              </a:spcAft>
              <a:buClr>
                <a:schemeClr val="dk1"/>
              </a:buClr>
              <a:buSzPts val="1400"/>
              <a:buFont typeface="Arial"/>
              <a:buNone/>
              <a:defRPr sz="4200" b="1">
                <a:solidFill>
                  <a:schemeClr val="dk1"/>
                </a:solidFill>
              </a:defRPr>
            </a:lvl2pPr>
            <a:lvl3pPr lvl="2" indent="0" algn="ctr">
              <a:spcBef>
                <a:spcPts val="0"/>
              </a:spcBef>
              <a:spcAft>
                <a:spcPts val="0"/>
              </a:spcAft>
              <a:buClr>
                <a:schemeClr val="dk1"/>
              </a:buClr>
              <a:buSzPts val="1400"/>
              <a:buFont typeface="Arial"/>
              <a:buNone/>
              <a:defRPr sz="4200" b="1">
                <a:solidFill>
                  <a:schemeClr val="dk1"/>
                </a:solidFill>
              </a:defRPr>
            </a:lvl3pPr>
            <a:lvl4pPr lvl="3" indent="0" algn="ctr">
              <a:spcBef>
                <a:spcPts val="0"/>
              </a:spcBef>
              <a:spcAft>
                <a:spcPts val="0"/>
              </a:spcAft>
              <a:buClr>
                <a:schemeClr val="dk1"/>
              </a:buClr>
              <a:buSzPts val="1400"/>
              <a:buFont typeface="Arial"/>
              <a:buNone/>
              <a:defRPr sz="4200" b="1">
                <a:solidFill>
                  <a:schemeClr val="dk1"/>
                </a:solidFill>
              </a:defRPr>
            </a:lvl4pPr>
            <a:lvl5pPr lvl="4" indent="0" algn="ctr">
              <a:spcBef>
                <a:spcPts val="0"/>
              </a:spcBef>
              <a:spcAft>
                <a:spcPts val="0"/>
              </a:spcAft>
              <a:buClr>
                <a:schemeClr val="dk1"/>
              </a:buClr>
              <a:buSzPts val="1400"/>
              <a:buFont typeface="Arial"/>
              <a:buNone/>
              <a:defRPr sz="4200" b="1">
                <a:solidFill>
                  <a:schemeClr val="dk1"/>
                </a:solidFill>
              </a:defRPr>
            </a:lvl5pPr>
            <a:lvl6pPr lvl="5" indent="0" algn="ctr">
              <a:spcBef>
                <a:spcPts val="0"/>
              </a:spcBef>
              <a:spcAft>
                <a:spcPts val="0"/>
              </a:spcAft>
              <a:buClr>
                <a:schemeClr val="dk1"/>
              </a:buClr>
              <a:buSzPts val="1400"/>
              <a:buFont typeface="Arial"/>
              <a:buNone/>
              <a:defRPr sz="4200" b="1">
                <a:solidFill>
                  <a:schemeClr val="dk1"/>
                </a:solidFill>
              </a:defRPr>
            </a:lvl6pPr>
            <a:lvl7pPr lvl="6" indent="0" algn="ctr">
              <a:spcBef>
                <a:spcPts val="0"/>
              </a:spcBef>
              <a:spcAft>
                <a:spcPts val="0"/>
              </a:spcAft>
              <a:buClr>
                <a:schemeClr val="dk1"/>
              </a:buClr>
              <a:buSzPts val="1400"/>
              <a:buFont typeface="Arial"/>
              <a:buNone/>
              <a:defRPr sz="4200" b="1">
                <a:solidFill>
                  <a:schemeClr val="dk1"/>
                </a:solidFill>
              </a:defRPr>
            </a:lvl7pPr>
            <a:lvl8pPr lvl="7" indent="0" algn="ctr">
              <a:spcBef>
                <a:spcPts val="0"/>
              </a:spcBef>
              <a:spcAft>
                <a:spcPts val="0"/>
              </a:spcAft>
              <a:buClr>
                <a:schemeClr val="dk1"/>
              </a:buClr>
              <a:buSzPts val="1400"/>
              <a:buFont typeface="Arial"/>
              <a:buNone/>
              <a:defRPr sz="4200" b="1">
                <a:solidFill>
                  <a:schemeClr val="dk1"/>
                </a:solidFill>
              </a:defRPr>
            </a:lvl8pPr>
            <a:lvl9pPr lvl="8" indent="0" algn="ctr">
              <a:spcBef>
                <a:spcPts val="0"/>
              </a:spcBef>
              <a:spcAft>
                <a:spcPts val="0"/>
              </a:spcAft>
              <a:buClr>
                <a:schemeClr val="dk1"/>
              </a:buClr>
              <a:buSzPts val="1400"/>
              <a:buFont typeface="Arial"/>
              <a:buNone/>
              <a:defRPr sz="4200" b="1">
                <a:solidFill>
                  <a:schemeClr val="dk1"/>
                </a:solidFill>
              </a:defRPr>
            </a:lvl9pPr>
          </a:lstStyle>
          <a:p>
            <a:endParaRPr/>
          </a:p>
        </p:txBody>
      </p:sp>
      <p:sp>
        <p:nvSpPr>
          <p:cNvPr id="99" name="Google Shape;99;p2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1pPr>
            <a:lvl2pPr marL="457200" marR="0" lvl="1" indent="0" algn="ctr"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2pPr>
            <a:lvl3pPr marL="914400" marR="0" lvl="2" indent="0" algn="ctr"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3pPr>
            <a:lvl4pPr marL="1371600" marR="0" lvl="3" indent="0" algn="ctr"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4pPr>
            <a:lvl5pPr marL="1828800" marR="0" lvl="4" indent="0" algn="ctr"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5pPr>
            <a:lvl6pPr marL="2286000" marR="0" lvl="5" indent="0" algn="ctr"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6pPr>
            <a:lvl7pPr marL="2743200" marR="0" lvl="6" indent="0" algn="ctr"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7pPr>
            <a:lvl8pPr marL="3200400" marR="0" lvl="7" indent="0" algn="ctr"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8pPr>
            <a:lvl9pPr marL="3657600" marR="0" lvl="8" indent="0" algn="ctr"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9pPr>
          </a:lstStyle>
          <a:p>
            <a:endParaRPr/>
          </a:p>
        </p:txBody>
      </p:sp>
      <p:sp>
        <p:nvSpPr>
          <p:cNvPr id="100" name="Google Shape;100;p2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marR="0" lvl="0" indent="-228600" algn="l" rtl="0">
              <a:lnSpc>
                <a:spcPct val="115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15000"/>
              </a:lnSpc>
              <a:spcBef>
                <a:spcPts val="1600"/>
              </a:spcBef>
              <a:spcAft>
                <a:spcPts val="160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2">
  <p:cSld name="Custom Layout 2">
    <p:spTree>
      <p:nvGrpSpPr>
        <p:cNvPr id="1" name="Shape 101"/>
        <p:cNvGrpSpPr/>
        <p:nvPr/>
      </p:nvGrpSpPr>
      <p:grpSpPr>
        <a:xfrm>
          <a:off x="0" y="0"/>
          <a:ext cx="0" cy="0"/>
          <a:chOff x="0" y="0"/>
          <a:chExt cx="0" cy="0"/>
        </a:xfrm>
      </p:grpSpPr>
      <p:sp>
        <p:nvSpPr>
          <p:cNvPr id="102" name="Google Shape;102;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3600" b="1" i="0" u="none" strike="noStrike" cap="none">
                <a:solidFill>
                  <a:schemeClr val="dk1"/>
                </a:solidFill>
                <a:latin typeface="Arial"/>
                <a:ea typeface="Arial"/>
                <a:cs typeface="Arial"/>
                <a:sym typeface="Arial"/>
              </a:defRPr>
            </a:lvl1pPr>
            <a:lvl2pPr lvl="1" indent="0">
              <a:spcBef>
                <a:spcPts val="0"/>
              </a:spcBef>
              <a:spcAft>
                <a:spcPts val="0"/>
              </a:spcAft>
              <a:buClr>
                <a:schemeClr val="dk1"/>
              </a:buClr>
              <a:buSzPts val="1400"/>
              <a:buFont typeface="Arial"/>
              <a:buNone/>
              <a:defRPr sz="3600" b="1">
                <a:solidFill>
                  <a:schemeClr val="dk1"/>
                </a:solidFill>
              </a:defRPr>
            </a:lvl2pPr>
            <a:lvl3pPr lvl="2" indent="0">
              <a:spcBef>
                <a:spcPts val="0"/>
              </a:spcBef>
              <a:spcAft>
                <a:spcPts val="0"/>
              </a:spcAft>
              <a:buClr>
                <a:schemeClr val="dk1"/>
              </a:buClr>
              <a:buSzPts val="1400"/>
              <a:buFont typeface="Arial"/>
              <a:buNone/>
              <a:defRPr sz="3600" b="1">
                <a:solidFill>
                  <a:schemeClr val="dk1"/>
                </a:solidFill>
              </a:defRPr>
            </a:lvl3pPr>
            <a:lvl4pPr lvl="3" indent="0">
              <a:spcBef>
                <a:spcPts val="0"/>
              </a:spcBef>
              <a:spcAft>
                <a:spcPts val="0"/>
              </a:spcAft>
              <a:buClr>
                <a:schemeClr val="dk1"/>
              </a:buClr>
              <a:buSzPts val="1400"/>
              <a:buFont typeface="Arial"/>
              <a:buNone/>
              <a:defRPr sz="3600" b="1">
                <a:solidFill>
                  <a:schemeClr val="dk1"/>
                </a:solidFill>
              </a:defRPr>
            </a:lvl4pPr>
            <a:lvl5pPr lvl="4" indent="0">
              <a:spcBef>
                <a:spcPts val="0"/>
              </a:spcBef>
              <a:spcAft>
                <a:spcPts val="0"/>
              </a:spcAft>
              <a:buClr>
                <a:schemeClr val="dk1"/>
              </a:buClr>
              <a:buSzPts val="1400"/>
              <a:buFont typeface="Arial"/>
              <a:buNone/>
              <a:defRPr sz="3600" b="1">
                <a:solidFill>
                  <a:schemeClr val="dk1"/>
                </a:solidFill>
              </a:defRPr>
            </a:lvl5pPr>
            <a:lvl6pPr lvl="5" indent="0">
              <a:spcBef>
                <a:spcPts val="0"/>
              </a:spcBef>
              <a:spcAft>
                <a:spcPts val="0"/>
              </a:spcAft>
              <a:buClr>
                <a:schemeClr val="dk1"/>
              </a:buClr>
              <a:buSzPts val="1400"/>
              <a:buFont typeface="Arial"/>
              <a:buNone/>
              <a:defRPr sz="3600" b="1">
                <a:solidFill>
                  <a:schemeClr val="dk1"/>
                </a:solidFill>
              </a:defRPr>
            </a:lvl6pPr>
            <a:lvl7pPr lvl="6" indent="0">
              <a:spcBef>
                <a:spcPts val="0"/>
              </a:spcBef>
              <a:spcAft>
                <a:spcPts val="0"/>
              </a:spcAft>
              <a:buClr>
                <a:schemeClr val="dk1"/>
              </a:buClr>
              <a:buSzPts val="1400"/>
              <a:buFont typeface="Arial"/>
              <a:buNone/>
              <a:defRPr sz="3600" b="1">
                <a:solidFill>
                  <a:schemeClr val="dk1"/>
                </a:solidFill>
              </a:defRPr>
            </a:lvl7pPr>
            <a:lvl8pPr lvl="7" indent="0">
              <a:spcBef>
                <a:spcPts val="0"/>
              </a:spcBef>
              <a:spcAft>
                <a:spcPts val="0"/>
              </a:spcAft>
              <a:buClr>
                <a:schemeClr val="dk1"/>
              </a:buClr>
              <a:buSzPts val="1400"/>
              <a:buFont typeface="Arial"/>
              <a:buNone/>
              <a:defRPr sz="3600" b="1">
                <a:solidFill>
                  <a:schemeClr val="dk1"/>
                </a:solidFill>
              </a:defRPr>
            </a:lvl8pPr>
            <a:lvl9pPr lvl="8" indent="0">
              <a:spcBef>
                <a:spcPts val="0"/>
              </a:spcBef>
              <a:spcAft>
                <a:spcPts val="0"/>
              </a:spcAft>
              <a:buClr>
                <a:schemeClr val="dk1"/>
              </a:buClr>
              <a:buSzPts val="1400"/>
              <a:buFont typeface="Arial"/>
              <a:buNone/>
              <a:defRPr sz="3600" b="1">
                <a:solidFill>
                  <a:schemeClr val="dk1"/>
                </a:solidFill>
              </a:defRPr>
            </a:lvl9pPr>
          </a:lstStyle>
          <a:p>
            <a:endParaRPr/>
          </a:p>
        </p:txBody>
      </p:sp>
      <p:sp>
        <p:nvSpPr>
          <p:cNvPr id="103" name="Google Shape;103;p29"/>
          <p:cNvSpPr/>
          <p:nvPr/>
        </p:nvSpPr>
        <p:spPr>
          <a:xfrm>
            <a:off x="-19225" y="1760200"/>
            <a:ext cx="9163200" cy="3438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Headline with text" type="titleOnly">
  <p:cSld name="TITLE_ONLY">
    <p:spTree>
      <p:nvGrpSpPr>
        <p:cNvPr id="1" name="Shape 104"/>
        <p:cNvGrpSpPr/>
        <p:nvPr/>
      </p:nvGrpSpPr>
      <p:grpSpPr>
        <a:xfrm>
          <a:off x="0" y="0"/>
          <a:ext cx="0" cy="0"/>
          <a:chOff x="0" y="0"/>
          <a:chExt cx="0" cy="0"/>
        </a:xfrm>
      </p:grpSpPr>
      <p:sp>
        <p:nvSpPr>
          <p:cNvPr id="105" name="Google Shape;105;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2800" b="1" i="0" u="none" strike="noStrike" cap="none">
                <a:solidFill>
                  <a:schemeClr val="dk1"/>
                </a:solidFill>
                <a:highlight>
                  <a:schemeClr val="accent1"/>
                </a:highlight>
                <a:latin typeface="Arial"/>
                <a:ea typeface="Arial"/>
                <a:cs typeface="Arial"/>
                <a:sym typeface="Arial"/>
              </a:defRPr>
            </a:lvl1pPr>
            <a:lvl2pPr lvl="1" indent="0">
              <a:spcBef>
                <a:spcPts val="0"/>
              </a:spcBef>
              <a:spcAft>
                <a:spcPts val="0"/>
              </a:spcAft>
              <a:buClr>
                <a:schemeClr val="dk1"/>
              </a:buClr>
              <a:buSzPts val="1400"/>
              <a:buFont typeface="Arial"/>
              <a:buNone/>
              <a:defRPr sz="2800" b="1">
                <a:solidFill>
                  <a:schemeClr val="dk1"/>
                </a:solidFill>
              </a:defRPr>
            </a:lvl2pPr>
            <a:lvl3pPr lvl="2" indent="0">
              <a:spcBef>
                <a:spcPts val="0"/>
              </a:spcBef>
              <a:spcAft>
                <a:spcPts val="0"/>
              </a:spcAft>
              <a:buClr>
                <a:schemeClr val="dk1"/>
              </a:buClr>
              <a:buSzPts val="1400"/>
              <a:buFont typeface="Arial"/>
              <a:buNone/>
              <a:defRPr sz="2800" b="1">
                <a:solidFill>
                  <a:schemeClr val="dk1"/>
                </a:solidFill>
              </a:defRPr>
            </a:lvl3pPr>
            <a:lvl4pPr lvl="3" indent="0">
              <a:spcBef>
                <a:spcPts val="0"/>
              </a:spcBef>
              <a:spcAft>
                <a:spcPts val="0"/>
              </a:spcAft>
              <a:buClr>
                <a:schemeClr val="dk1"/>
              </a:buClr>
              <a:buSzPts val="1400"/>
              <a:buFont typeface="Arial"/>
              <a:buNone/>
              <a:defRPr sz="2800" b="1">
                <a:solidFill>
                  <a:schemeClr val="dk1"/>
                </a:solidFill>
              </a:defRPr>
            </a:lvl4pPr>
            <a:lvl5pPr lvl="4" indent="0">
              <a:spcBef>
                <a:spcPts val="0"/>
              </a:spcBef>
              <a:spcAft>
                <a:spcPts val="0"/>
              </a:spcAft>
              <a:buClr>
                <a:schemeClr val="dk1"/>
              </a:buClr>
              <a:buSzPts val="1400"/>
              <a:buFont typeface="Arial"/>
              <a:buNone/>
              <a:defRPr sz="2800" b="1">
                <a:solidFill>
                  <a:schemeClr val="dk1"/>
                </a:solidFill>
              </a:defRPr>
            </a:lvl5pPr>
            <a:lvl6pPr lvl="5" indent="0">
              <a:spcBef>
                <a:spcPts val="0"/>
              </a:spcBef>
              <a:spcAft>
                <a:spcPts val="0"/>
              </a:spcAft>
              <a:buClr>
                <a:schemeClr val="dk1"/>
              </a:buClr>
              <a:buSzPts val="1400"/>
              <a:buFont typeface="Arial"/>
              <a:buNone/>
              <a:defRPr sz="2800" b="1">
                <a:solidFill>
                  <a:schemeClr val="dk1"/>
                </a:solidFill>
              </a:defRPr>
            </a:lvl6pPr>
            <a:lvl7pPr lvl="6" indent="0">
              <a:spcBef>
                <a:spcPts val="0"/>
              </a:spcBef>
              <a:spcAft>
                <a:spcPts val="0"/>
              </a:spcAft>
              <a:buClr>
                <a:schemeClr val="dk1"/>
              </a:buClr>
              <a:buSzPts val="1400"/>
              <a:buFont typeface="Arial"/>
              <a:buNone/>
              <a:defRPr sz="2800" b="1">
                <a:solidFill>
                  <a:schemeClr val="dk1"/>
                </a:solidFill>
              </a:defRPr>
            </a:lvl7pPr>
            <a:lvl8pPr lvl="7" indent="0">
              <a:spcBef>
                <a:spcPts val="0"/>
              </a:spcBef>
              <a:spcAft>
                <a:spcPts val="0"/>
              </a:spcAft>
              <a:buClr>
                <a:schemeClr val="dk1"/>
              </a:buClr>
              <a:buSzPts val="1400"/>
              <a:buFont typeface="Arial"/>
              <a:buNone/>
              <a:defRPr sz="2800" b="1">
                <a:solidFill>
                  <a:schemeClr val="dk1"/>
                </a:solidFill>
              </a:defRPr>
            </a:lvl8pPr>
            <a:lvl9pPr lvl="8" indent="0">
              <a:spcBef>
                <a:spcPts val="0"/>
              </a:spcBef>
              <a:spcAft>
                <a:spcPts val="0"/>
              </a:spcAft>
              <a:buClr>
                <a:schemeClr val="dk1"/>
              </a:buClr>
              <a:buSzPts val="1400"/>
              <a:buFont typeface="Arial"/>
              <a:buNone/>
              <a:defRPr sz="2800" b="1">
                <a:solidFill>
                  <a:schemeClr val="dk1"/>
                </a:solidFill>
              </a:defRPr>
            </a:lvl9pPr>
          </a:lstStyle>
          <a:p>
            <a:endParaRPr/>
          </a:p>
        </p:txBody>
      </p:sp>
      <p:sp>
        <p:nvSpPr>
          <p:cNvPr id="106" name="Google Shape;106;p30"/>
          <p:cNvSpPr txBox="1">
            <a:spLocks noGrp="1"/>
          </p:cNvSpPr>
          <p:nvPr>
            <p:ph type="body" idx="1"/>
          </p:nvPr>
        </p:nvSpPr>
        <p:spPr>
          <a:xfrm>
            <a:off x="100575" y="1204825"/>
            <a:ext cx="8031600" cy="3201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L="1371600" marR="0" lvl="2"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L="2286000" marR="0" lvl="4"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L="2743200" marR="0" lvl="5"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L="3200400" marR="0" lvl="6"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L="3657600" marR="0" lvl="7"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L="4114800" marR="0" lvl="8" indent="-228600" algn="l" rtl="0">
              <a:lnSpc>
                <a:spcPct val="115000"/>
              </a:lnSpc>
              <a:spcBef>
                <a:spcPts val="1600"/>
              </a:spcBef>
              <a:spcAft>
                <a:spcPts val="160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Headline with 3 column">
  <p:cSld name="Headline with 3 column">
    <p:spTree>
      <p:nvGrpSpPr>
        <p:cNvPr id="1" name="Shape 107"/>
        <p:cNvGrpSpPr/>
        <p:nvPr/>
      </p:nvGrpSpPr>
      <p:grpSpPr>
        <a:xfrm>
          <a:off x="0" y="0"/>
          <a:ext cx="0" cy="0"/>
          <a:chOff x="0" y="0"/>
          <a:chExt cx="0" cy="0"/>
        </a:xfrm>
      </p:grpSpPr>
      <p:sp>
        <p:nvSpPr>
          <p:cNvPr id="108" name="Google Shape;108;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2800" b="1" i="0" u="none" strike="noStrike" cap="none">
                <a:solidFill>
                  <a:schemeClr val="dk1"/>
                </a:solidFill>
                <a:highlight>
                  <a:schemeClr val="accent1"/>
                </a:highlight>
                <a:latin typeface="Arial"/>
                <a:ea typeface="Arial"/>
                <a:cs typeface="Arial"/>
                <a:sym typeface="Arial"/>
              </a:defRPr>
            </a:lvl1pPr>
            <a:lvl2pPr lvl="1" indent="0" rtl="0">
              <a:spcBef>
                <a:spcPts val="0"/>
              </a:spcBef>
              <a:spcAft>
                <a:spcPts val="0"/>
              </a:spcAft>
              <a:buClr>
                <a:schemeClr val="dk1"/>
              </a:buClr>
              <a:buSzPts val="1400"/>
              <a:buFont typeface="Arial"/>
              <a:buNone/>
              <a:defRPr sz="2800" b="1">
                <a:solidFill>
                  <a:schemeClr val="dk1"/>
                </a:solidFill>
              </a:defRPr>
            </a:lvl2pPr>
            <a:lvl3pPr lvl="2" indent="0" rtl="0">
              <a:spcBef>
                <a:spcPts val="0"/>
              </a:spcBef>
              <a:spcAft>
                <a:spcPts val="0"/>
              </a:spcAft>
              <a:buClr>
                <a:schemeClr val="dk1"/>
              </a:buClr>
              <a:buSzPts val="1400"/>
              <a:buFont typeface="Arial"/>
              <a:buNone/>
              <a:defRPr sz="2800" b="1">
                <a:solidFill>
                  <a:schemeClr val="dk1"/>
                </a:solidFill>
              </a:defRPr>
            </a:lvl3pPr>
            <a:lvl4pPr lvl="3" indent="0" rtl="0">
              <a:spcBef>
                <a:spcPts val="0"/>
              </a:spcBef>
              <a:spcAft>
                <a:spcPts val="0"/>
              </a:spcAft>
              <a:buClr>
                <a:schemeClr val="dk1"/>
              </a:buClr>
              <a:buSzPts val="1400"/>
              <a:buFont typeface="Arial"/>
              <a:buNone/>
              <a:defRPr sz="2800" b="1">
                <a:solidFill>
                  <a:schemeClr val="dk1"/>
                </a:solidFill>
              </a:defRPr>
            </a:lvl4pPr>
            <a:lvl5pPr lvl="4" indent="0" rtl="0">
              <a:spcBef>
                <a:spcPts val="0"/>
              </a:spcBef>
              <a:spcAft>
                <a:spcPts val="0"/>
              </a:spcAft>
              <a:buClr>
                <a:schemeClr val="dk1"/>
              </a:buClr>
              <a:buSzPts val="1400"/>
              <a:buFont typeface="Arial"/>
              <a:buNone/>
              <a:defRPr sz="2800" b="1">
                <a:solidFill>
                  <a:schemeClr val="dk1"/>
                </a:solidFill>
              </a:defRPr>
            </a:lvl5pPr>
            <a:lvl6pPr lvl="5" indent="0" rtl="0">
              <a:spcBef>
                <a:spcPts val="0"/>
              </a:spcBef>
              <a:spcAft>
                <a:spcPts val="0"/>
              </a:spcAft>
              <a:buClr>
                <a:schemeClr val="dk1"/>
              </a:buClr>
              <a:buSzPts val="1400"/>
              <a:buFont typeface="Arial"/>
              <a:buNone/>
              <a:defRPr sz="2800" b="1">
                <a:solidFill>
                  <a:schemeClr val="dk1"/>
                </a:solidFill>
              </a:defRPr>
            </a:lvl6pPr>
            <a:lvl7pPr lvl="6" indent="0" rtl="0">
              <a:spcBef>
                <a:spcPts val="0"/>
              </a:spcBef>
              <a:spcAft>
                <a:spcPts val="0"/>
              </a:spcAft>
              <a:buClr>
                <a:schemeClr val="dk1"/>
              </a:buClr>
              <a:buSzPts val="1400"/>
              <a:buFont typeface="Arial"/>
              <a:buNone/>
              <a:defRPr sz="2800" b="1">
                <a:solidFill>
                  <a:schemeClr val="dk1"/>
                </a:solidFill>
              </a:defRPr>
            </a:lvl7pPr>
            <a:lvl8pPr lvl="7" indent="0" rtl="0">
              <a:spcBef>
                <a:spcPts val="0"/>
              </a:spcBef>
              <a:spcAft>
                <a:spcPts val="0"/>
              </a:spcAft>
              <a:buClr>
                <a:schemeClr val="dk1"/>
              </a:buClr>
              <a:buSzPts val="1400"/>
              <a:buFont typeface="Arial"/>
              <a:buNone/>
              <a:defRPr sz="2800" b="1">
                <a:solidFill>
                  <a:schemeClr val="dk1"/>
                </a:solidFill>
              </a:defRPr>
            </a:lvl8pPr>
            <a:lvl9pPr lvl="8" indent="0" rtl="0">
              <a:spcBef>
                <a:spcPts val="0"/>
              </a:spcBef>
              <a:spcAft>
                <a:spcPts val="0"/>
              </a:spcAft>
              <a:buClr>
                <a:schemeClr val="dk1"/>
              </a:buClr>
              <a:buSzPts val="1400"/>
              <a:buFont typeface="Arial"/>
              <a:buNone/>
              <a:defRPr sz="2800" b="1">
                <a:solidFill>
                  <a:schemeClr val="dk1"/>
                </a:solidFill>
              </a:defRPr>
            </a:lvl9pPr>
          </a:lstStyle>
          <a:p>
            <a:endParaRPr/>
          </a:p>
        </p:txBody>
      </p:sp>
      <p:sp>
        <p:nvSpPr>
          <p:cNvPr id="109" name="Google Shape;109;p31"/>
          <p:cNvSpPr txBox="1">
            <a:spLocks noGrp="1"/>
          </p:cNvSpPr>
          <p:nvPr>
            <p:ph type="body" idx="1"/>
          </p:nvPr>
        </p:nvSpPr>
        <p:spPr>
          <a:xfrm>
            <a:off x="6215500" y="1163025"/>
            <a:ext cx="2403600" cy="3201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L="1371600" marR="0" lvl="2"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L="2286000" marR="0" lvl="4"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L="2743200" marR="0" lvl="5"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L="3200400" marR="0" lvl="6"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L="3657600" marR="0" lvl="7"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L="4114800" marR="0" lvl="8" indent="-228600" algn="l" rtl="0">
              <a:lnSpc>
                <a:spcPct val="115000"/>
              </a:lnSpc>
              <a:spcBef>
                <a:spcPts val="1600"/>
              </a:spcBef>
              <a:spcAft>
                <a:spcPts val="160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
        <p:nvSpPr>
          <p:cNvPr id="110" name="Google Shape;110;p31"/>
          <p:cNvSpPr txBox="1">
            <a:spLocks noGrp="1"/>
          </p:cNvSpPr>
          <p:nvPr>
            <p:ph type="body" idx="2"/>
          </p:nvPr>
        </p:nvSpPr>
        <p:spPr>
          <a:xfrm>
            <a:off x="3274550" y="1184665"/>
            <a:ext cx="2403600" cy="3201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L="1371600" marR="0" lvl="2"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L="2286000" marR="0" lvl="4"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L="2743200" marR="0" lvl="5"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L="3200400" marR="0" lvl="6"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L="3657600" marR="0" lvl="7"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L="4114800" marR="0" lvl="8" indent="-228600" algn="l" rtl="0">
              <a:lnSpc>
                <a:spcPct val="115000"/>
              </a:lnSpc>
              <a:spcBef>
                <a:spcPts val="1600"/>
              </a:spcBef>
              <a:spcAft>
                <a:spcPts val="160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
        <p:nvSpPr>
          <p:cNvPr id="111" name="Google Shape;111;p31"/>
          <p:cNvSpPr txBox="1">
            <a:spLocks noGrp="1"/>
          </p:cNvSpPr>
          <p:nvPr>
            <p:ph type="body" idx="3"/>
          </p:nvPr>
        </p:nvSpPr>
        <p:spPr>
          <a:xfrm>
            <a:off x="405375" y="1204825"/>
            <a:ext cx="2403600" cy="3201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2pPr>
            <a:lvl3pPr marL="1371600" marR="0" lvl="2"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4pPr>
            <a:lvl5pPr marL="2286000" marR="0" lvl="4"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5pPr>
            <a:lvl6pPr marL="2743200" marR="0" lvl="5"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6pPr>
            <a:lvl7pPr marL="3200400" marR="0" lvl="6"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7pPr>
            <a:lvl8pPr marL="3657600" marR="0" lvl="7" indent="-228600" algn="l" rtl="0">
              <a:lnSpc>
                <a:spcPct val="115000"/>
              </a:lnSpc>
              <a:spcBef>
                <a:spcPts val="160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8pPr>
            <a:lvl9pPr marL="4114800" marR="0" lvl="8" indent="-228600" algn="l" rtl="0">
              <a:lnSpc>
                <a:spcPct val="115000"/>
              </a:lnSpc>
              <a:spcBef>
                <a:spcPts val="1600"/>
              </a:spcBef>
              <a:spcAft>
                <a:spcPts val="1600"/>
              </a:spcAft>
              <a:buClr>
                <a:srgbClr val="000000"/>
              </a:buClr>
              <a:buSzPts val="1400"/>
              <a:buFont typeface="Arial"/>
              <a:buNone/>
              <a:defRPr sz="12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1">
  <p:cSld name="Custom Layout 1">
    <p:spTree>
      <p:nvGrpSpPr>
        <p:cNvPr id="1" name="Shape 112"/>
        <p:cNvGrpSpPr/>
        <p:nvPr/>
      </p:nvGrpSpPr>
      <p:grpSpPr>
        <a:xfrm>
          <a:off x="0" y="0"/>
          <a:ext cx="0" cy="0"/>
          <a:chOff x="0" y="0"/>
          <a:chExt cx="0" cy="0"/>
        </a:xfrm>
      </p:grpSpPr>
      <p:sp>
        <p:nvSpPr>
          <p:cNvPr id="113" name="Google Shape;113;p32"/>
          <p:cNvSpPr txBox="1">
            <a:spLocks noGrp="1"/>
          </p:cNvSpPr>
          <p:nvPr>
            <p:ph type="subTitle" idx="1"/>
          </p:nvPr>
        </p:nvSpPr>
        <p:spPr>
          <a:xfrm>
            <a:off x="311700" y="1005325"/>
            <a:ext cx="7508700" cy="357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9pPr>
          </a:lstStyle>
          <a:p>
            <a:endParaRPr/>
          </a:p>
        </p:txBody>
      </p:sp>
      <p:sp>
        <p:nvSpPr>
          <p:cNvPr id="114" name="Google Shape;114;p32"/>
          <p:cNvSpPr txBox="1">
            <a:spLocks noGrp="1"/>
          </p:cNvSpPr>
          <p:nvPr>
            <p:ph type="title"/>
          </p:nvPr>
        </p:nvSpPr>
        <p:spPr>
          <a:xfrm>
            <a:off x="311700" y="1130825"/>
            <a:ext cx="85206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7200" b="1" i="0" u="none" strike="noStrike" cap="none">
                <a:solidFill>
                  <a:schemeClr val="dk1"/>
                </a:solidFill>
                <a:latin typeface="Arial"/>
                <a:ea typeface="Arial"/>
                <a:cs typeface="Arial"/>
                <a:sym typeface="Arial"/>
              </a:defRPr>
            </a:lvl1pPr>
            <a:lvl2pPr lvl="1" indent="0" rtl="0">
              <a:spcBef>
                <a:spcPts val="0"/>
              </a:spcBef>
              <a:spcAft>
                <a:spcPts val="0"/>
              </a:spcAft>
              <a:buClr>
                <a:schemeClr val="dk1"/>
              </a:buClr>
              <a:buSzPts val="1400"/>
              <a:buFont typeface="Arial"/>
              <a:buNone/>
              <a:defRPr sz="2800" b="1">
                <a:solidFill>
                  <a:schemeClr val="dk1"/>
                </a:solidFill>
              </a:defRPr>
            </a:lvl2pPr>
            <a:lvl3pPr lvl="2" indent="0" rtl="0">
              <a:spcBef>
                <a:spcPts val="0"/>
              </a:spcBef>
              <a:spcAft>
                <a:spcPts val="0"/>
              </a:spcAft>
              <a:buClr>
                <a:schemeClr val="dk1"/>
              </a:buClr>
              <a:buSzPts val="1400"/>
              <a:buFont typeface="Arial"/>
              <a:buNone/>
              <a:defRPr sz="2800" b="1">
                <a:solidFill>
                  <a:schemeClr val="dk1"/>
                </a:solidFill>
              </a:defRPr>
            </a:lvl3pPr>
            <a:lvl4pPr lvl="3" indent="0" rtl="0">
              <a:spcBef>
                <a:spcPts val="0"/>
              </a:spcBef>
              <a:spcAft>
                <a:spcPts val="0"/>
              </a:spcAft>
              <a:buClr>
                <a:schemeClr val="dk1"/>
              </a:buClr>
              <a:buSzPts val="1400"/>
              <a:buFont typeface="Arial"/>
              <a:buNone/>
              <a:defRPr sz="2800" b="1">
                <a:solidFill>
                  <a:schemeClr val="dk1"/>
                </a:solidFill>
              </a:defRPr>
            </a:lvl4pPr>
            <a:lvl5pPr lvl="4" indent="0" rtl="0">
              <a:spcBef>
                <a:spcPts val="0"/>
              </a:spcBef>
              <a:spcAft>
                <a:spcPts val="0"/>
              </a:spcAft>
              <a:buClr>
                <a:schemeClr val="dk1"/>
              </a:buClr>
              <a:buSzPts val="1400"/>
              <a:buFont typeface="Arial"/>
              <a:buNone/>
              <a:defRPr sz="2800" b="1">
                <a:solidFill>
                  <a:schemeClr val="dk1"/>
                </a:solidFill>
              </a:defRPr>
            </a:lvl5pPr>
            <a:lvl6pPr lvl="5" indent="0" rtl="0">
              <a:spcBef>
                <a:spcPts val="0"/>
              </a:spcBef>
              <a:spcAft>
                <a:spcPts val="0"/>
              </a:spcAft>
              <a:buClr>
                <a:schemeClr val="dk1"/>
              </a:buClr>
              <a:buSzPts val="1400"/>
              <a:buFont typeface="Arial"/>
              <a:buNone/>
              <a:defRPr sz="2800" b="1">
                <a:solidFill>
                  <a:schemeClr val="dk1"/>
                </a:solidFill>
              </a:defRPr>
            </a:lvl6pPr>
            <a:lvl7pPr lvl="6" indent="0" rtl="0">
              <a:spcBef>
                <a:spcPts val="0"/>
              </a:spcBef>
              <a:spcAft>
                <a:spcPts val="0"/>
              </a:spcAft>
              <a:buClr>
                <a:schemeClr val="dk1"/>
              </a:buClr>
              <a:buSzPts val="1400"/>
              <a:buFont typeface="Arial"/>
              <a:buNone/>
              <a:defRPr sz="2800" b="1">
                <a:solidFill>
                  <a:schemeClr val="dk1"/>
                </a:solidFill>
              </a:defRPr>
            </a:lvl7pPr>
            <a:lvl8pPr lvl="7" indent="0" rtl="0">
              <a:spcBef>
                <a:spcPts val="0"/>
              </a:spcBef>
              <a:spcAft>
                <a:spcPts val="0"/>
              </a:spcAft>
              <a:buClr>
                <a:schemeClr val="dk1"/>
              </a:buClr>
              <a:buSzPts val="1400"/>
              <a:buFont typeface="Arial"/>
              <a:buNone/>
              <a:defRPr sz="2800" b="1">
                <a:solidFill>
                  <a:schemeClr val="dk1"/>
                </a:solidFill>
              </a:defRPr>
            </a:lvl8pPr>
            <a:lvl9pPr lvl="8" indent="0" rtl="0">
              <a:spcBef>
                <a:spcPts val="0"/>
              </a:spcBef>
              <a:spcAft>
                <a:spcPts val="0"/>
              </a:spcAft>
              <a:buClr>
                <a:schemeClr val="dk1"/>
              </a:buClr>
              <a:buSzPts val="1400"/>
              <a:buFont typeface="Arial"/>
              <a:buNone/>
              <a:defRPr sz="2800" b="1">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ll out plus image">
  <p:cSld name="Call out plus image">
    <p:spTree>
      <p:nvGrpSpPr>
        <p:cNvPr id="1" name="Shape 115"/>
        <p:cNvGrpSpPr/>
        <p:nvPr/>
      </p:nvGrpSpPr>
      <p:grpSpPr>
        <a:xfrm>
          <a:off x="0" y="0"/>
          <a:ext cx="0" cy="0"/>
          <a:chOff x="0" y="0"/>
          <a:chExt cx="0" cy="0"/>
        </a:xfrm>
      </p:grpSpPr>
      <p:sp>
        <p:nvSpPr>
          <p:cNvPr id="116" name="Google Shape;116;p33"/>
          <p:cNvSpPr txBox="1">
            <a:spLocks noGrp="1"/>
          </p:cNvSpPr>
          <p:nvPr>
            <p:ph type="title"/>
          </p:nvPr>
        </p:nvSpPr>
        <p:spPr>
          <a:xfrm>
            <a:off x="218900" y="228975"/>
            <a:ext cx="1860300" cy="23391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1800" b="1" i="0" u="none" strike="noStrike" cap="none">
                <a:solidFill>
                  <a:schemeClr val="dk1"/>
                </a:solidFill>
                <a:highlight>
                  <a:schemeClr val="accent1"/>
                </a:highlight>
                <a:latin typeface="Arial"/>
                <a:ea typeface="Arial"/>
                <a:cs typeface="Arial"/>
                <a:sym typeface="Arial"/>
              </a:defRPr>
            </a:lvl1pPr>
            <a:lvl2pPr lvl="1" indent="0">
              <a:spcBef>
                <a:spcPts val="0"/>
              </a:spcBef>
              <a:spcAft>
                <a:spcPts val="0"/>
              </a:spcAft>
              <a:buClr>
                <a:schemeClr val="dk1"/>
              </a:buClr>
              <a:buSzPts val="1400"/>
              <a:buFont typeface="Arial"/>
              <a:buNone/>
              <a:defRPr sz="1800" b="1">
                <a:solidFill>
                  <a:schemeClr val="dk1"/>
                </a:solidFill>
              </a:defRPr>
            </a:lvl2pPr>
            <a:lvl3pPr lvl="2" indent="0">
              <a:spcBef>
                <a:spcPts val="0"/>
              </a:spcBef>
              <a:spcAft>
                <a:spcPts val="0"/>
              </a:spcAft>
              <a:buClr>
                <a:schemeClr val="dk1"/>
              </a:buClr>
              <a:buSzPts val="1400"/>
              <a:buFont typeface="Arial"/>
              <a:buNone/>
              <a:defRPr sz="1800" b="1">
                <a:solidFill>
                  <a:schemeClr val="dk1"/>
                </a:solidFill>
              </a:defRPr>
            </a:lvl3pPr>
            <a:lvl4pPr lvl="3" indent="0">
              <a:spcBef>
                <a:spcPts val="0"/>
              </a:spcBef>
              <a:spcAft>
                <a:spcPts val="0"/>
              </a:spcAft>
              <a:buClr>
                <a:schemeClr val="dk1"/>
              </a:buClr>
              <a:buSzPts val="1400"/>
              <a:buFont typeface="Arial"/>
              <a:buNone/>
              <a:defRPr sz="1800" b="1">
                <a:solidFill>
                  <a:schemeClr val="dk1"/>
                </a:solidFill>
              </a:defRPr>
            </a:lvl4pPr>
            <a:lvl5pPr lvl="4" indent="0">
              <a:spcBef>
                <a:spcPts val="0"/>
              </a:spcBef>
              <a:spcAft>
                <a:spcPts val="0"/>
              </a:spcAft>
              <a:buClr>
                <a:schemeClr val="dk1"/>
              </a:buClr>
              <a:buSzPts val="1400"/>
              <a:buFont typeface="Arial"/>
              <a:buNone/>
              <a:defRPr sz="1800" b="1">
                <a:solidFill>
                  <a:schemeClr val="dk1"/>
                </a:solidFill>
              </a:defRPr>
            </a:lvl5pPr>
            <a:lvl6pPr lvl="5" indent="0">
              <a:spcBef>
                <a:spcPts val="0"/>
              </a:spcBef>
              <a:spcAft>
                <a:spcPts val="0"/>
              </a:spcAft>
              <a:buClr>
                <a:schemeClr val="dk1"/>
              </a:buClr>
              <a:buSzPts val="1400"/>
              <a:buFont typeface="Arial"/>
              <a:buNone/>
              <a:defRPr sz="1800" b="1">
                <a:solidFill>
                  <a:schemeClr val="dk1"/>
                </a:solidFill>
              </a:defRPr>
            </a:lvl6pPr>
            <a:lvl7pPr lvl="6" indent="0">
              <a:spcBef>
                <a:spcPts val="0"/>
              </a:spcBef>
              <a:spcAft>
                <a:spcPts val="0"/>
              </a:spcAft>
              <a:buClr>
                <a:schemeClr val="dk1"/>
              </a:buClr>
              <a:buSzPts val="1400"/>
              <a:buFont typeface="Arial"/>
              <a:buNone/>
              <a:defRPr sz="1800" b="1">
                <a:solidFill>
                  <a:schemeClr val="dk1"/>
                </a:solidFill>
              </a:defRPr>
            </a:lvl7pPr>
            <a:lvl8pPr lvl="7" indent="0">
              <a:spcBef>
                <a:spcPts val="0"/>
              </a:spcBef>
              <a:spcAft>
                <a:spcPts val="0"/>
              </a:spcAft>
              <a:buClr>
                <a:schemeClr val="dk1"/>
              </a:buClr>
              <a:buSzPts val="1400"/>
              <a:buFont typeface="Arial"/>
              <a:buNone/>
              <a:defRPr sz="1800" b="1">
                <a:solidFill>
                  <a:schemeClr val="dk1"/>
                </a:solidFill>
              </a:defRPr>
            </a:lvl8pPr>
            <a:lvl9pPr lvl="8" indent="0">
              <a:spcBef>
                <a:spcPts val="0"/>
              </a:spcBef>
              <a:spcAft>
                <a:spcPts val="0"/>
              </a:spcAft>
              <a:buClr>
                <a:schemeClr val="dk1"/>
              </a:buClr>
              <a:buSzPts val="1400"/>
              <a:buFont typeface="Arial"/>
              <a:buNone/>
              <a:defRPr sz="1800" b="1">
                <a:solidFill>
                  <a:schemeClr val="dk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ll out plus image 1">
  <p:cSld name="Call out plus image_1">
    <p:spTree>
      <p:nvGrpSpPr>
        <p:cNvPr id="1" name="Shape 117"/>
        <p:cNvGrpSpPr/>
        <p:nvPr/>
      </p:nvGrpSpPr>
      <p:grpSpPr>
        <a:xfrm>
          <a:off x="0" y="0"/>
          <a:ext cx="0" cy="0"/>
          <a:chOff x="0" y="0"/>
          <a:chExt cx="0" cy="0"/>
        </a:xfrm>
      </p:grpSpPr>
      <p:sp>
        <p:nvSpPr>
          <p:cNvPr id="118" name="Google Shape;118;p34"/>
          <p:cNvSpPr txBox="1">
            <a:spLocks noGrp="1"/>
          </p:cNvSpPr>
          <p:nvPr>
            <p:ph type="title"/>
          </p:nvPr>
        </p:nvSpPr>
        <p:spPr>
          <a:xfrm>
            <a:off x="218900" y="228975"/>
            <a:ext cx="1860300" cy="23391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1800" b="1" i="0" u="none" strike="noStrike" cap="none">
                <a:solidFill>
                  <a:schemeClr val="dk1"/>
                </a:solidFill>
                <a:latin typeface="Arial"/>
                <a:ea typeface="Arial"/>
                <a:cs typeface="Arial"/>
                <a:sym typeface="Arial"/>
              </a:defRPr>
            </a:lvl1pPr>
            <a:lvl2pPr lvl="1" indent="0" rtl="0">
              <a:spcBef>
                <a:spcPts val="0"/>
              </a:spcBef>
              <a:spcAft>
                <a:spcPts val="0"/>
              </a:spcAft>
              <a:buClr>
                <a:schemeClr val="dk1"/>
              </a:buClr>
              <a:buSzPts val="1400"/>
              <a:buFont typeface="Arial"/>
              <a:buNone/>
              <a:defRPr sz="1800" b="1">
                <a:solidFill>
                  <a:schemeClr val="dk1"/>
                </a:solidFill>
              </a:defRPr>
            </a:lvl2pPr>
            <a:lvl3pPr lvl="2" indent="0" rtl="0">
              <a:spcBef>
                <a:spcPts val="0"/>
              </a:spcBef>
              <a:spcAft>
                <a:spcPts val="0"/>
              </a:spcAft>
              <a:buClr>
                <a:schemeClr val="dk1"/>
              </a:buClr>
              <a:buSzPts val="1400"/>
              <a:buFont typeface="Arial"/>
              <a:buNone/>
              <a:defRPr sz="1800" b="1">
                <a:solidFill>
                  <a:schemeClr val="dk1"/>
                </a:solidFill>
              </a:defRPr>
            </a:lvl3pPr>
            <a:lvl4pPr lvl="3" indent="0" rtl="0">
              <a:spcBef>
                <a:spcPts val="0"/>
              </a:spcBef>
              <a:spcAft>
                <a:spcPts val="0"/>
              </a:spcAft>
              <a:buClr>
                <a:schemeClr val="dk1"/>
              </a:buClr>
              <a:buSzPts val="1400"/>
              <a:buFont typeface="Arial"/>
              <a:buNone/>
              <a:defRPr sz="1800" b="1">
                <a:solidFill>
                  <a:schemeClr val="dk1"/>
                </a:solidFill>
              </a:defRPr>
            </a:lvl4pPr>
            <a:lvl5pPr lvl="4" indent="0" rtl="0">
              <a:spcBef>
                <a:spcPts val="0"/>
              </a:spcBef>
              <a:spcAft>
                <a:spcPts val="0"/>
              </a:spcAft>
              <a:buClr>
                <a:schemeClr val="dk1"/>
              </a:buClr>
              <a:buSzPts val="1400"/>
              <a:buFont typeface="Arial"/>
              <a:buNone/>
              <a:defRPr sz="1800" b="1">
                <a:solidFill>
                  <a:schemeClr val="dk1"/>
                </a:solidFill>
              </a:defRPr>
            </a:lvl5pPr>
            <a:lvl6pPr lvl="5" indent="0" rtl="0">
              <a:spcBef>
                <a:spcPts val="0"/>
              </a:spcBef>
              <a:spcAft>
                <a:spcPts val="0"/>
              </a:spcAft>
              <a:buClr>
                <a:schemeClr val="dk1"/>
              </a:buClr>
              <a:buSzPts val="1400"/>
              <a:buFont typeface="Arial"/>
              <a:buNone/>
              <a:defRPr sz="1800" b="1">
                <a:solidFill>
                  <a:schemeClr val="dk1"/>
                </a:solidFill>
              </a:defRPr>
            </a:lvl6pPr>
            <a:lvl7pPr lvl="6" indent="0" rtl="0">
              <a:spcBef>
                <a:spcPts val="0"/>
              </a:spcBef>
              <a:spcAft>
                <a:spcPts val="0"/>
              </a:spcAft>
              <a:buClr>
                <a:schemeClr val="dk1"/>
              </a:buClr>
              <a:buSzPts val="1400"/>
              <a:buFont typeface="Arial"/>
              <a:buNone/>
              <a:defRPr sz="1800" b="1">
                <a:solidFill>
                  <a:schemeClr val="dk1"/>
                </a:solidFill>
              </a:defRPr>
            </a:lvl7pPr>
            <a:lvl8pPr lvl="7" indent="0" rtl="0">
              <a:spcBef>
                <a:spcPts val="0"/>
              </a:spcBef>
              <a:spcAft>
                <a:spcPts val="0"/>
              </a:spcAft>
              <a:buClr>
                <a:schemeClr val="dk1"/>
              </a:buClr>
              <a:buSzPts val="1400"/>
              <a:buFont typeface="Arial"/>
              <a:buNone/>
              <a:defRPr sz="1800" b="1">
                <a:solidFill>
                  <a:schemeClr val="dk1"/>
                </a:solidFill>
              </a:defRPr>
            </a:lvl8pPr>
            <a:lvl9pPr lvl="8" indent="0" rtl="0">
              <a:spcBef>
                <a:spcPts val="0"/>
              </a:spcBef>
              <a:spcAft>
                <a:spcPts val="0"/>
              </a:spcAft>
              <a:buClr>
                <a:schemeClr val="dk1"/>
              </a:buClr>
              <a:buSzPts val="1400"/>
              <a:buFont typeface="Arial"/>
              <a:buNone/>
              <a:defRPr sz="1800" b="1">
                <a:solidFill>
                  <a:schemeClr val="dk1"/>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old chapter break or bold statement gold 2">
  <p:cSld name="Gold chapter break or bold statement gold 2">
    <p:spTree>
      <p:nvGrpSpPr>
        <p:cNvPr id="1" name="Shape 119"/>
        <p:cNvGrpSpPr/>
        <p:nvPr/>
      </p:nvGrpSpPr>
      <p:grpSpPr>
        <a:xfrm>
          <a:off x="0" y="0"/>
          <a:ext cx="0" cy="0"/>
          <a:chOff x="0" y="0"/>
          <a:chExt cx="0" cy="0"/>
        </a:xfrm>
      </p:grpSpPr>
      <p:sp>
        <p:nvSpPr>
          <p:cNvPr id="120" name="Google Shape;120;p35"/>
          <p:cNvSpPr txBox="1">
            <a:spLocks noGrp="1"/>
          </p:cNvSpPr>
          <p:nvPr>
            <p:ph type="title"/>
          </p:nvPr>
        </p:nvSpPr>
        <p:spPr>
          <a:xfrm>
            <a:off x="311700" y="1283225"/>
            <a:ext cx="85206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7200" b="1" i="0" u="none" strike="noStrike" cap="none">
                <a:solidFill>
                  <a:schemeClr val="dk1"/>
                </a:solidFill>
                <a:latin typeface="Arial"/>
                <a:ea typeface="Arial"/>
                <a:cs typeface="Arial"/>
                <a:sym typeface="Arial"/>
              </a:defRPr>
            </a:lvl1pPr>
            <a:lvl2pPr lvl="1" indent="0" rtl="0">
              <a:spcBef>
                <a:spcPts val="0"/>
              </a:spcBef>
              <a:spcAft>
                <a:spcPts val="0"/>
              </a:spcAft>
              <a:buClr>
                <a:schemeClr val="dk1"/>
              </a:buClr>
              <a:buSzPts val="1400"/>
              <a:buFont typeface="Arial"/>
              <a:buNone/>
              <a:defRPr sz="2800" b="1">
                <a:solidFill>
                  <a:schemeClr val="dk1"/>
                </a:solidFill>
              </a:defRPr>
            </a:lvl2pPr>
            <a:lvl3pPr lvl="2" indent="0" rtl="0">
              <a:spcBef>
                <a:spcPts val="0"/>
              </a:spcBef>
              <a:spcAft>
                <a:spcPts val="0"/>
              </a:spcAft>
              <a:buClr>
                <a:schemeClr val="dk1"/>
              </a:buClr>
              <a:buSzPts val="1400"/>
              <a:buFont typeface="Arial"/>
              <a:buNone/>
              <a:defRPr sz="2800" b="1">
                <a:solidFill>
                  <a:schemeClr val="dk1"/>
                </a:solidFill>
              </a:defRPr>
            </a:lvl3pPr>
            <a:lvl4pPr lvl="3" indent="0" rtl="0">
              <a:spcBef>
                <a:spcPts val="0"/>
              </a:spcBef>
              <a:spcAft>
                <a:spcPts val="0"/>
              </a:spcAft>
              <a:buClr>
                <a:schemeClr val="dk1"/>
              </a:buClr>
              <a:buSzPts val="1400"/>
              <a:buFont typeface="Arial"/>
              <a:buNone/>
              <a:defRPr sz="2800" b="1">
                <a:solidFill>
                  <a:schemeClr val="dk1"/>
                </a:solidFill>
              </a:defRPr>
            </a:lvl4pPr>
            <a:lvl5pPr lvl="4" indent="0" rtl="0">
              <a:spcBef>
                <a:spcPts val="0"/>
              </a:spcBef>
              <a:spcAft>
                <a:spcPts val="0"/>
              </a:spcAft>
              <a:buClr>
                <a:schemeClr val="dk1"/>
              </a:buClr>
              <a:buSzPts val="1400"/>
              <a:buFont typeface="Arial"/>
              <a:buNone/>
              <a:defRPr sz="2800" b="1">
                <a:solidFill>
                  <a:schemeClr val="dk1"/>
                </a:solidFill>
              </a:defRPr>
            </a:lvl5pPr>
            <a:lvl6pPr lvl="5" indent="0" rtl="0">
              <a:spcBef>
                <a:spcPts val="0"/>
              </a:spcBef>
              <a:spcAft>
                <a:spcPts val="0"/>
              </a:spcAft>
              <a:buClr>
                <a:schemeClr val="dk1"/>
              </a:buClr>
              <a:buSzPts val="1400"/>
              <a:buFont typeface="Arial"/>
              <a:buNone/>
              <a:defRPr sz="2800" b="1">
                <a:solidFill>
                  <a:schemeClr val="dk1"/>
                </a:solidFill>
              </a:defRPr>
            </a:lvl6pPr>
            <a:lvl7pPr lvl="6" indent="0" rtl="0">
              <a:spcBef>
                <a:spcPts val="0"/>
              </a:spcBef>
              <a:spcAft>
                <a:spcPts val="0"/>
              </a:spcAft>
              <a:buClr>
                <a:schemeClr val="dk1"/>
              </a:buClr>
              <a:buSzPts val="1400"/>
              <a:buFont typeface="Arial"/>
              <a:buNone/>
              <a:defRPr sz="2800" b="1">
                <a:solidFill>
                  <a:schemeClr val="dk1"/>
                </a:solidFill>
              </a:defRPr>
            </a:lvl7pPr>
            <a:lvl8pPr lvl="7" indent="0" rtl="0">
              <a:spcBef>
                <a:spcPts val="0"/>
              </a:spcBef>
              <a:spcAft>
                <a:spcPts val="0"/>
              </a:spcAft>
              <a:buClr>
                <a:schemeClr val="dk1"/>
              </a:buClr>
              <a:buSzPts val="1400"/>
              <a:buFont typeface="Arial"/>
              <a:buNone/>
              <a:defRPr sz="2800" b="1">
                <a:solidFill>
                  <a:schemeClr val="dk1"/>
                </a:solidFill>
              </a:defRPr>
            </a:lvl8pPr>
            <a:lvl9pPr lvl="8" indent="0" rtl="0">
              <a:spcBef>
                <a:spcPts val="0"/>
              </a:spcBef>
              <a:spcAft>
                <a:spcPts val="0"/>
              </a:spcAft>
              <a:buClr>
                <a:schemeClr val="dk1"/>
              </a:buClr>
              <a:buSzPts val="1400"/>
              <a:buFont typeface="Arial"/>
              <a:buNone/>
              <a:defRPr sz="2800" b="1">
                <a:solidFill>
                  <a:schemeClr val="dk1"/>
                </a:solidFill>
              </a:defRPr>
            </a:lvl9pPr>
          </a:lstStyle>
          <a:p>
            <a:endParaRPr/>
          </a:p>
        </p:txBody>
      </p:sp>
      <p:sp>
        <p:nvSpPr>
          <p:cNvPr id="121" name="Google Shape;121;p35"/>
          <p:cNvSpPr txBox="1">
            <a:spLocks noGrp="1"/>
          </p:cNvSpPr>
          <p:nvPr>
            <p:ph type="subTitle" idx="1"/>
          </p:nvPr>
        </p:nvSpPr>
        <p:spPr>
          <a:xfrm>
            <a:off x="436825" y="1005325"/>
            <a:ext cx="7508700" cy="357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highlight>
                  <a:srgbClr val="FFFFFF"/>
                </a:highlight>
                <a:latin typeface="Arial"/>
                <a:ea typeface="Arial"/>
                <a:cs typeface="Arial"/>
                <a:sym typeface="Arial"/>
              </a:defRPr>
            </a:lvl1pPr>
            <a:lvl2pPr marL="457200" marR="0" lvl="1"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highlight>
                  <a:srgbClr val="FFFFFF"/>
                </a:highlight>
                <a:latin typeface="Arial"/>
                <a:ea typeface="Arial"/>
                <a:cs typeface="Arial"/>
                <a:sym typeface="Arial"/>
              </a:defRPr>
            </a:lvl2pPr>
            <a:lvl3pPr marL="914400" marR="0" lvl="2"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highlight>
                  <a:srgbClr val="FFFFFF"/>
                </a:highlight>
                <a:latin typeface="Arial"/>
                <a:ea typeface="Arial"/>
                <a:cs typeface="Arial"/>
                <a:sym typeface="Arial"/>
              </a:defRPr>
            </a:lvl3pPr>
            <a:lvl4pPr marL="1371600" marR="0" lvl="3"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highlight>
                  <a:srgbClr val="FFFFFF"/>
                </a:highlight>
                <a:latin typeface="Arial"/>
                <a:ea typeface="Arial"/>
                <a:cs typeface="Arial"/>
                <a:sym typeface="Arial"/>
              </a:defRPr>
            </a:lvl4pPr>
            <a:lvl5pPr marL="1828800" marR="0" lvl="4"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highlight>
                  <a:srgbClr val="FFFFFF"/>
                </a:highlight>
                <a:latin typeface="Arial"/>
                <a:ea typeface="Arial"/>
                <a:cs typeface="Arial"/>
                <a:sym typeface="Arial"/>
              </a:defRPr>
            </a:lvl5pPr>
            <a:lvl6pPr marL="2286000" marR="0" lvl="5"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highlight>
                  <a:srgbClr val="FFFFFF"/>
                </a:highlight>
                <a:latin typeface="Arial"/>
                <a:ea typeface="Arial"/>
                <a:cs typeface="Arial"/>
                <a:sym typeface="Arial"/>
              </a:defRPr>
            </a:lvl6pPr>
            <a:lvl7pPr marL="2743200" marR="0" lvl="6"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highlight>
                  <a:srgbClr val="FFFFFF"/>
                </a:highlight>
                <a:latin typeface="Arial"/>
                <a:ea typeface="Arial"/>
                <a:cs typeface="Arial"/>
                <a:sym typeface="Arial"/>
              </a:defRPr>
            </a:lvl7pPr>
            <a:lvl8pPr marL="3200400" marR="0" lvl="7"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highlight>
                  <a:srgbClr val="FFFFFF"/>
                </a:highlight>
                <a:latin typeface="Arial"/>
                <a:ea typeface="Arial"/>
                <a:cs typeface="Arial"/>
                <a:sym typeface="Arial"/>
              </a:defRPr>
            </a:lvl8pPr>
            <a:lvl9pPr marL="3657600" marR="0" lvl="8" indent="0" algn="l" rtl="0">
              <a:lnSpc>
                <a:spcPct val="100000"/>
              </a:lnSpc>
              <a:spcBef>
                <a:spcPts val="0"/>
              </a:spcBef>
              <a:spcAft>
                <a:spcPts val="0"/>
              </a:spcAft>
              <a:buClr>
                <a:srgbClr val="000000"/>
              </a:buClr>
              <a:buSzPts val="1400"/>
              <a:buFont typeface="Arial"/>
              <a:buNone/>
              <a:defRPr sz="1400" b="1" i="0" u="none" strike="noStrike" cap="none">
                <a:solidFill>
                  <a:srgbClr val="000000"/>
                </a:solidFill>
                <a:highlight>
                  <a:srgbClr val="FFFFFF"/>
                </a:highlight>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old chapter break or bold statement gold 1">
  <p:cSld name="Gold chapter break or bold statement gold 1">
    <p:spTree>
      <p:nvGrpSpPr>
        <p:cNvPr id="1" name="Shape 122"/>
        <p:cNvGrpSpPr/>
        <p:nvPr/>
      </p:nvGrpSpPr>
      <p:grpSpPr>
        <a:xfrm>
          <a:off x="0" y="0"/>
          <a:ext cx="0" cy="0"/>
          <a:chOff x="0" y="0"/>
          <a:chExt cx="0" cy="0"/>
        </a:xfrm>
      </p:grpSpPr>
      <p:sp>
        <p:nvSpPr>
          <p:cNvPr id="123" name="Google Shape;123;p36"/>
          <p:cNvSpPr txBox="1">
            <a:spLocks noGrp="1"/>
          </p:cNvSpPr>
          <p:nvPr>
            <p:ph type="title"/>
          </p:nvPr>
        </p:nvSpPr>
        <p:spPr>
          <a:xfrm>
            <a:off x="311700" y="826025"/>
            <a:ext cx="62463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lt1"/>
              </a:buClr>
              <a:buSzPts val="1400"/>
              <a:buFont typeface="Arial"/>
              <a:buNone/>
              <a:defRPr sz="6200" b="1" i="0" u="none" strike="noStrike" cap="none">
                <a:solidFill>
                  <a:schemeClr val="lt1"/>
                </a:solidFill>
                <a:latin typeface="Arial"/>
                <a:ea typeface="Arial"/>
                <a:cs typeface="Arial"/>
                <a:sym typeface="Arial"/>
              </a:defRPr>
            </a:lvl1pPr>
            <a:lvl2pPr lvl="1" indent="0" rtl="0">
              <a:spcBef>
                <a:spcPts val="0"/>
              </a:spcBef>
              <a:spcAft>
                <a:spcPts val="0"/>
              </a:spcAft>
              <a:buClr>
                <a:schemeClr val="dk1"/>
              </a:buClr>
              <a:buSzPts val="1400"/>
              <a:buFont typeface="Arial"/>
              <a:buNone/>
              <a:defRPr sz="6200" b="1">
                <a:solidFill>
                  <a:schemeClr val="dk1"/>
                </a:solidFill>
              </a:defRPr>
            </a:lvl2pPr>
            <a:lvl3pPr lvl="2" indent="0" rtl="0">
              <a:spcBef>
                <a:spcPts val="0"/>
              </a:spcBef>
              <a:spcAft>
                <a:spcPts val="0"/>
              </a:spcAft>
              <a:buClr>
                <a:schemeClr val="dk1"/>
              </a:buClr>
              <a:buSzPts val="1400"/>
              <a:buFont typeface="Arial"/>
              <a:buNone/>
              <a:defRPr sz="6200" b="1">
                <a:solidFill>
                  <a:schemeClr val="dk1"/>
                </a:solidFill>
              </a:defRPr>
            </a:lvl3pPr>
            <a:lvl4pPr lvl="3" indent="0" rtl="0">
              <a:spcBef>
                <a:spcPts val="0"/>
              </a:spcBef>
              <a:spcAft>
                <a:spcPts val="0"/>
              </a:spcAft>
              <a:buClr>
                <a:schemeClr val="dk1"/>
              </a:buClr>
              <a:buSzPts val="1400"/>
              <a:buFont typeface="Arial"/>
              <a:buNone/>
              <a:defRPr sz="6200" b="1">
                <a:solidFill>
                  <a:schemeClr val="dk1"/>
                </a:solidFill>
              </a:defRPr>
            </a:lvl4pPr>
            <a:lvl5pPr lvl="4" indent="0" rtl="0">
              <a:spcBef>
                <a:spcPts val="0"/>
              </a:spcBef>
              <a:spcAft>
                <a:spcPts val="0"/>
              </a:spcAft>
              <a:buClr>
                <a:schemeClr val="dk1"/>
              </a:buClr>
              <a:buSzPts val="1400"/>
              <a:buFont typeface="Arial"/>
              <a:buNone/>
              <a:defRPr sz="6200" b="1">
                <a:solidFill>
                  <a:schemeClr val="dk1"/>
                </a:solidFill>
              </a:defRPr>
            </a:lvl5pPr>
            <a:lvl6pPr lvl="5" indent="0" rtl="0">
              <a:spcBef>
                <a:spcPts val="0"/>
              </a:spcBef>
              <a:spcAft>
                <a:spcPts val="0"/>
              </a:spcAft>
              <a:buClr>
                <a:schemeClr val="dk1"/>
              </a:buClr>
              <a:buSzPts val="1400"/>
              <a:buFont typeface="Arial"/>
              <a:buNone/>
              <a:defRPr sz="6200" b="1">
                <a:solidFill>
                  <a:schemeClr val="dk1"/>
                </a:solidFill>
              </a:defRPr>
            </a:lvl6pPr>
            <a:lvl7pPr lvl="6" indent="0" rtl="0">
              <a:spcBef>
                <a:spcPts val="0"/>
              </a:spcBef>
              <a:spcAft>
                <a:spcPts val="0"/>
              </a:spcAft>
              <a:buClr>
                <a:schemeClr val="dk1"/>
              </a:buClr>
              <a:buSzPts val="1400"/>
              <a:buFont typeface="Arial"/>
              <a:buNone/>
              <a:defRPr sz="6200" b="1">
                <a:solidFill>
                  <a:schemeClr val="dk1"/>
                </a:solidFill>
              </a:defRPr>
            </a:lvl7pPr>
            <a:lvl8pPr lvl="7" indent="0" rtl="0">
              <a:spcBef>
                <a:spcPts val="0"/>
              </a:spcBef>
              <a:spcAft>
                <a:spcPts val="0"/>
              </a:spcAft>
              <a:buClr>
                <a:schemeClr val="dk1"/>
              </a:buClr>
              <a:buSzPts val="1400"/>
              <a:buFont typeface="Arial"/>
              <a:buNone/>
              <a:defRPr sz="6200" b="1">
                <a:solidFill>
                  <a:schemeClr val="dk1"/>
                </a:solidFill>
              </a:defRPr>
            </a:lvl8pPr>
            <a:lvl9pPr lvl="8" indent="0" rtl="0">
              <a:spcBef>
                <a:spcPts val="0"/>
              </a:spcBef>
              <a:spcAft>
                <a:spcPts val="0"/>
              </a:spcAft>
              <a:buClr>
                <a:schemeClr val="dk1"/>
              </a:buClr>
              <a:buSzPts val="1400"/>
              <a:buFont typeface="Arial"/>
              <a:buNone/>
              <a:defRPr sz="6200" b="1">
                <a:solidFill>
                  <a:schemeClr val="dk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131"/>
        <p:cNvGrpSpPr/>
        <p:nvPr/>
      </p:nvGrpSpPr>
      <p:grpSpPr>
        <a:xfrm>
          <a:off x="0" y="0"/>
          <a:ext cx="0" cy="0"/>
          <a:chOff x="0" y="0"/>
          <a:chExt cx="0" cy="0"/>
        </a:xfrm>
      </p:grpSpPr>
      <p:sp>
        <p:nvSpPr>
          <p:cNvPr id="132" name="Google Shape;132;p38"/>
          <p:cNvSpPr txBox="1">
            <a:spLocks noGrp="1"/>
          </p:cNvSpPr>
          <p:nvPr>
            <p:ph type="ctrTitle"/>
          </p:nvPr>
        </p:nvSpPr>
        <p:spPr>
          <a:xfrm>
            <a:off x="609600" y="198779"/>
            <a:ext cx="6858000" cy="973836"/>
          </a:xfrm>
          <a:prstGeom prst="rect">
            <a:avLst/>
          </a:prstGeom>
          <a:noFill/>
          <a:ln>
            <a:noFill/>
          </a:ln>
        </p:spPr>
        <p:txBody>
          <a:bodyPr spcFirstLastPara="1" wrap="square" lIns="69050" tIns="34525" rIns="69050" bIns="34525" anchor="b" anchorCtr="0">
            <a:noAutofit/>
          </a:bodyPr>
          <a:lstStyle>
            <a:lvl1pPr lvl="0" algn="l">
              <a:lnSpc>
                <a:spcPct val="100000"/>
              </a:lnSpc>
              <a:spcBef>
                <a:spcPts val="0"/>
              </a:spcBef>
              <a:spcAft>
                <a:spcPts val="0"/>
              </a:spcAft>
              <a:buSzPts val="1100"/>
              <a:buNone/>
              <a:defRPr sz="2700"/>
            </a:lvl1pPr>
            <a:lvl2pPr lvl="1" algn="ctr">
              <a:lnSpc>
                <a:spcPct val="166666"/>
              </a:lnSpc>
              <a:spcBef>
                <a:spcPts val="50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33" name="Google Shape;133;p38"/>
          <p:cNvSpPr txBox="1">
            <a:spLocks noGrp="1"/>
          </p:cNvSpPr>
          <p:nvPr>
            <p:ph type="subTitle" idx="1"/>
          </p:nvPr>
        </p:nvSpPr>
        <p:spPr>
          <a:xfrm>
            <a:off x="609600" y="1056030"/>
            <a:ext cx="6858000" cy="601321"/>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chemeClr val="lt1"/>
              </a:buClr>
              <a:buSzPts val="2100"/>
              <a:buFont typeface="Arial"/>
              <a:buNone/>
              <a:defRPr sz="1700" b="1" i="0" u="none" strike="noStrike" cap="none">
                <a:solidFill>
                  <a:schemeClr val="lt1"/>
                </a:solidFill>
                <a:highlight>
                  <a:srgbClr val="000000"/>
                </a:highlight>
                <a:latin typeface="Arial"/>
                <a:ea typeface="Arial"/>
                <a:cs typeface="Arial"/>
                <a:sym typeface="Arial"/>
              </a:defRPr>
            </a:lvl1pPr>
            <a:lvl2pPr marR="0" lvl="1" algn="l" rtl="0">
              <a:lnSpc>
                <a:spcPct val="90000"/>
              </a:lnSpc>
              <a:spcBef>
                <a:spcPts val="18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R="0" lvl="2" algn="l" rtl="0">
              <a:lnSpc>
                <a:spcPct val="90000"/>
              </a:lnSpc>
              <a:spcBef>
                <a:spcPts val="300"/>
              </a:spcBef>
              <a:spcAft>
                <a:spcPts val="0"/>
              </a:spcAft>
              <a:buClr>
                <a:schemeClr val="dk1"/>
              </a:buClr>
              <a:buSzPts val="1200"/>
              <a:buFont typeface="Arial"/>
              <a:buChar char=" "/>
              <a:defRPr sz="1200" b="1" i="0" u="none" strike="noStrike" cap="none">
                <a:solidFill>
                  <a:schemeClr val="dk1"/>
                </a:solidFill>
                <a:latin typeface="Arial"/>
                <a:ea typeface="Arial"/>
                <a:cs typeface="Arial"/>
                <a:sym typeface="Arial"/>
              </a:defRPr>
            </a:lvl3pPr>
            <a:lvl4pPr marR="0" lvl="3"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4pPr>
            <a:lvl5pPr marR="0" lvl="4"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5pPr>
            <a:lvl6pPr marR="0" lvl="5"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R="0" lvl="6"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R="0" lvl="7"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R="0" lvl="8"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pic>
        <p:nvPicPr>
          <p:cNvPr id="134" name="Google Shape;134;p38" descr="ASU_Horiz_RGB_Digital_MaroonGold.png"/>
          <p:cNvPicPr preferRelativeResize="0"/>
          <p:nvPr/>
        </p:nvPicPr>
        <p:blipFill rotWithShape="1">
          <a:blip r:embed="rId2">
            <a:alphaModFix/>
          </a:blip>
          <a:srcRect l="3992" t="13044" r="2038" b="14157"/>
          <a:stretch/>
        </p:blipFill>
        <p:spPr>
          <a:xfrm>
            <a:off x="609600" y="4071782"/>
            <a:ext cx="3767325" cy="8100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35"/>
        <p:cNvGrpSpPr/>
        <p:nvPr/>
      </p:nvGrpSpPr>
      <p:grpSpPr>
        <a:xfrm>
          <a:off x="0" y="0"/>
          <a:ext cx="0" cy="0"/>
          <a:chOff x="0" y="0"/>
          <a:chExt cx="0" cy="0"/>
        </a:xfrm>
      </p:grpSpPr>
      <p:sp>
        <p:nvSpPr>
          <p:cNvPr id="136" name="Google Shape;136;p39"/>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37" name="Google Shape;137;p39"/>
          <p:cNvSpPr txBox="1">
            <a:spLocks noGrp="1"/>
          </p:cNvSpPr>
          <p:nvPr>
            <p:ph type="body" idx="1"/>
          </p:nvPr>
        </p:nvSpPr>
        <p:spPr>
          <a:xfrm>
            <a:off x="475488" y="966978"/>
            <a:ext cx="3986784" cy="3621024"/>
          </a:xfrm>
          <a:prstGeom prst="rect">
            <a:avLst/>
          </a:prstGeom>
          <a:noFill/>
          <a:ln>
            <a:noFill/>
          </a:ln>
        </p:spPr>
        <p:txBody>
          <a:bodyPr spcFirstLastPara="1" wrap="square" lIns="68575" tIns="34275" rIns="68575" bIns="34275" anchor="t" anchorCtr="0">
            <a:noAutofit/>
          </a:bodyPr>
          <a:lstStyle>
            <a:lvl1pPr marL="457200" marR="0" lvl="0" indent="-323850" algn="l" rtl="0">
              <a:lnSpc>
                <a:spcPct val="110000"/>
              </a:lnSpc>
              <a:spcBef>
                <a:spcPts val="900"/>
              </a:spcBef>
              <a:spcAft>
                <a:spcPts val="0"/>
              </a:spcAft>
              <a:buClr>
                <a:schemeClr val="dk1"/>
              </a:buClr>
              <a:buSzPts val="1500"/>
              <a:buFont typeface="Arial"/>
              <a:buChar char="•"/>
              <a:defRPr sz="1500" b="1" i="0" u="none" strike="noStrike" cap="none">
                <a:solidFill>
                  <a:schemeClr val="dk1"/>
                </a:solidFill>
                <a:latin typeface="Arial"/>
                <a:ea typeface="Arial"/>
                <a:cs typeface="Arial"/>
                <a:sym typeface="Arial"/>
              </a:defRPr>
            </a:lvl1pPr>
            <a:lvl2pPr marL="914400" marR="0" lvl="1" indent="-317500" algn="l" rtl="0">
              <a:lnSpc>
                <a:spcPct val="111111"/>
              </a:lnSpc>
              <a:spcBef>
                <a:spcPts val="5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L="1371600" marR="0" lvl="2" indent="-298450" algn="l" rtl="0">
              <a:lnSpc>
                <a:spcPct val="112500"/>
              </a:lnSpc>
              <a:spcBef>
                <a:spcPts val="500"/>
              </a:spcBef>
              <a:spcAft>
                <a:spcPts val="0"/>
              </a:spcAft>
              <a:buClr>
                <a:schemeClr val="dk1"/>
              </a:buClr>
              <a:buSzPts val="1100"/>
              <a:buFont typeface="Noto Sans Symbols"/>
              <a:buChar char="▪"/>
              <a:defRPr sz="1200" b="1" i="0" u="none" strike="noStrike" cap="none">
                <a:solidFill>
                  <a:schemeClr val="dk1"/>
                </a:solidFill>
                <a:latin typeface="Arial"/>
                <a:ea typeface="Arial"/>
                <a:cs typeface="Arial"/>
                <a:sym typeface="Arial"/>
              </a:defRPr>
            </a:lvl3pPr>
            <a:lvl4pPr marL="1828800" marR="0" lvl="3" indent="-228600" algn="l" rtl="0">
              <a:lnSpc>
                <a:spcPct val="114285"/>
              </a:lnSpc>
              <a:spcBef>
                <a:spcPts val="5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116666"/>
              </a:lnSpc>
              <a:spcBef>
                <a:spcPts val="500"/>
              </a:spcBef>
              <a:spcAft>
                <a:spcPts val="0"/>
              </a:spcAft>
              <a:buClr>
                <a:schemeClr val="dk1"/>
              </a:buClr>
              <a:buSzPts val="800"/>
              <a:buFont typeface="Arial"/>
              <a:buNone/>
              <a:defRPr sz="9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38" name="Google Shape;138;p39"/>
          <p:cNvSpPr txBox="1">
            <a:spLocks noGrp="1"/>
          </p:cNvSpPr>
          <p:nvPr>
            <p:ph type="body" idx="2"/>
          </p:nvPr>
        </p:nvSpPr>
        <p:spPr>
          <a:xfrm>
            <a:off x="4663440" y="966978"/>
            <a:ext cx="3986784" cy="3621024"/>
          </a:xfrm>
          <a:prstGeom prst="rect">
            <a:avLst/>
          </a:prstGeom>
          <a:noFill/>
          <a:ln>
            <a:noFill/>
          </a:ln>
        </p:spPr>
        <p:txBody>
          <a:bodyPr spcFirstLastPara="1" wrap="square" lIns="68575" tIns="34275" rIns="68575" bIns="34275" anchor="t" anchorCtr="0">
            <a:noAutofit/>
          </a:bodyPr>
          <a:lstStyle>
            <a:lvl1pPr marL="457200" marR="0" lvl="0" indent="-323850" algn="l" rtl="0">
              <a:lnSpc>
                <a:spcPct val="110000"/>
              </a:lnSpc>
              <a:spcBef>
                <a:spcPts val="900"/>
              </a:spcBef>
              <a:spcAft>
                <a:spcPts val="0"/>
              </a:spcAft>
              <a:buClr>
                <a:schemeClr val="dk1"/>
              </a:buClr>
              <a:buSzPts val="1500"/>
              <a:buFont typeface="Arial"/>
              <a:buChar char="•"/>
              <a:defRPr sz="1500" b="1" i="0" u="none" strike="noStrike" cap="none">
                <a:solidFill>
                  <a:schemeClr val="dk1"/>
                </a:solidFill>
                <a:latin typeface="Arial"/>
                <a:ea typeface="Arial"/>
                <a:cs typeface="Arial"/>
                <a:sym typeface="Arial"/>
              </a:defRPr>
            </a:lvl1pPr>
            <a:lvl2pPr marL="914400" marR="0" lvl="1" indent="-317500" algn="l" rtl="0">
              <a:lnSpc>
                <a:spcPct val="111111"/>
              </a:lnSpc>
              <a:spcBef>
                <a:spcPts val="5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L="1371600" marR="0" lvl="2" indent="-298450" algn="l" rtl="0">
              <a:lnSpc>
                <a:spcPct val="112500"/>
              </a:lnSpc>
              <a:spcBef>
                <a:spcPts val="500"/>
              </a:spcBef>
              <a:spcAft>
                <a:spcPts val="0"/>
              </a:spcAft>
              <a:buClr>
                <a:schemeClr val="dk1"/>
              </a:buClr>
              <a:buSzPts val="1100"/>
              <a:buFont typeface="Noto Sans Symbols"/>
              <a:buChar char="▪"/>
              <a:defRPr sz="1200" b="1" i="0" u="none" strike="noStrike" cap="none">
                <a:solidFill>
                  <a:schemeClr val="dk1"/>
                </a:solidFill>
                <a:latin typeface="Arial"/>
                <a:ea typeface="Arial"/>
                <a:cs typeface="Arial"/>
                <a:sym typeface="Arial"/>
              </a:defRPr>
            </a:lvl3pPr>
            <a:lvl4pPr marL="1828800" marR="0" lvl="3" indent="-228600" algn="l" rtl="0">
              <a:lnSpc>
                <a:spcPct val="114285"/>
              </a:lnSpc>
              <a:spcBef>
                <a:spcPts val="5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116666"/>
              </a:lnSpc>
              <a:spcBef>
                <a:spcPts val="500"/>
              </a:spcBef>
              <a:spcAft>
                <a:spcPts val="0"/>
              </a:spcAft>
              <a:buClr>
                <a:schemeClr val="dk1"/>
              </a:buClr>
              <a:buSzPts val="800"/>
              <a:buFont typeface="Arial"/>
              <a:buNone/>
              <a:defRPr sz="9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9"/>
        <p:cNvGrpSpPr/>
        <p:nvPr/>
      </p:nvGrpSpPr>
      <p:grpSpPr>
        <a:xfrm>
          <a:off x="0" y="0"/>
          <a:ext cx="0" cy="0"/>
          <a:chOff x="0" y="0"/>
          <a:chExt cx="0" cy="0"/>
        </a:xfrm>
      </p:grpSpPr>
      <p:sp>
        <p:nvSpPr>
          <p:cNvPr id="140" name="Google Shape;140;p40"/>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41" name="Google Shape;141;p40"/>
          <p:cNvSpPr txBox="1">
            <a:spLocks noGrp="1"/>
          </p:cNvSpPr>
          <p:nvPr>
            <p:ph type="body" idx="1"/>
          </p:nvPr>
        </p:nvSpPr>
        <p:spPr>
          <a:xfrm>
            <a:off x="475488" y="966978"/>
            <a:ext cx="8193024" cy="3621024"/>
          </a:xfrm>
          <a:prstGeom prst="rect">
            <a:avLst/>
          </a:prstGeom>
          <a:noFill/>
          <a:ln>
            <a:noFill/>
          </a:ln>
        </p:spPr>
        <p:txBody>
          <a:bodyPr spcFirstLastPara="1" wrap="square" lIns="68575" tIns="34275" rIns="68575" bIns="34275" anchor="t" anchorCtr="0">
            <a:noAutofit/>
          </a:bodyPr>
          <a:lstStyle>
            <a:lvl1pPr marL="457200" marR="0" lvl="0" indent="-323850" algn="l" rtl="0">
              <a:lnSpc>
                <a:spcPct val="110000"/>
              </a:lnSpc>
              <a:spcBef>
                <a:spcPts val="900"/>
              </a:spcBef>
              <a:spcAft>
                <a:spcPts val="0"/>
              </a:spcAft>
              <a:buClr>
                <a:schemeClr val="dk1"/>
              </a:buClr>
              <a:buSzPts val="1500"/>
              <a:buFont typeface="Arial"/>
              <a:buChar char="•"/>
              <a:defRPr sz="1500" b="1" i="0" u="none" strike="noStrike" cap="none">
                <a:solidFill>
                  <a:schemeClr val="dk1"/>
                </a:solidFill>
                <a:latin typeface="Arial"/>
                <a:ea typeface="Arial"/>
                <a:cs typeface="Arial"/>
                <a:sym typeface="Arial"/>
              </a:defRPr>
            </a:lvl1pPr>
            <a:lvl2pPr marL="914400" marR="0" lvl="1" indent="-317500" algn="l" rtl="0">
              <a:lnSpc>
                <a:spcPct val="111111"/>
              </a:lnSpc>
              <a:spcBef>
                <a:spcPts val="5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L="1371600" marR="0" lvl="2" indent="-298450" algn="l" rtl="0">
              <a:lnSpc>
                <a:spcPct val="112500"/>
              </a:lnSpc>
              <a:spcBef>
                <a:spcPts val="500"/>
              </a:spcBef>
              <a:spcAft>
                <a:spcPts val="0"/>
              </a:spcAft>
              <a:buClr>
                <a:schemeClr val="dk1"/>
              </a:buClr>
              <a:buSzPts val="1100"/>
              <a:buFont typeface="Arial"/>
              <a:buChar char="•"/>
              <a:defRPr sz="1200" b="1" i="0" u="none" strike="noStrike" cap="none">
                <a:solidFill>
                  <a:schemeClr val="dk1"/>
                </a:solidFill>
                <a:latin typeface="Arial"/>
                <a:ea typeface="Arial"/>
                <a:cs typeface="Arial"/>
                <a:sym typeface="Arial"/>
              </a:defRPr>
            </a:lvl3pPr>
            <a:lvl4pPr marL="1828800" marR="0" lvl="3" indent="-228600" algn="l" rtl="0">
              <a:lnSpc>
                <a:spcPct val="114285"/>
              </a:lnSpc>
              <a:spcBef>
                <a:spcPts val="5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116666"/>
              </a:lnSpc>
              <a:spcBef>
                <a:spcPts val="500"/>
              </a:spcBef>
              <a:spcAft>
                <a:spcPts val="0"/>
              </a:spcAft>
              <a:buClr>
                <a:schemeClr val="dk1"/>
              </a:buClr>
              <a:buSzPts val="800"/>
              <a:buFont typeface="Arial"/>
              <a:buNone/>
              <a:defRPr sz="9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42"/>
        <p:cNvGrpSpPr/>
        <p:nvPr/>
      </p:nvGrpSpPr>
      <p:grpSpPr>
        <a:xfrm>
          <a:off x="0" y="0"/>
          <a:ext cx="0" cy="0"/>
          <a:chOff x="0" y="0"/>
          <a:chExt cx="0" cy="0"/>
        </a:xfrm>
      </p:grpSpPr>
      <p:sp>
        <p:nvSpPr>
          <p:cNvPr id="143" name="Google Shape;143;p41"/>
          <p:cNvSpPr txBox="1">
            <a:spLocks noGrp="1"/>
          </p:cNvSpPr>
          <p:nvPr>
            <p:ph type="ctrTitle"/>
          </p:nvPr>
        </p:nvSpPr>
        <p:spPr>
          <a:xfrm>
            <a:off x="609600" y="3371850"/>
            <a:ext cx="6858000" cy="973836"/>
          </a:xfrm>
          <a:prstGeom prst="rect">
            <a:avLst/>
          </a:prstGeom>
          <a:noFill/>
          <a:ln>
            <a:noFill/>
          </a:ln>
        </p:spPr>
        <p:txBody>
          <a:bodyPr spcFirstLastPara="1" wrap="square" lIns="69050" tIns="34525" rIns="69050" bIns="34525" anchor="b" anchorCtr="0">
            <a:noAutofit/>
          </a:bodyPr>
          <a:lstStyle>
            <a:lvl1pPr lvl="0" algn="l">
              <a:lnSpc>
                <a:spcPct val="100000"/>
              </a:lnSpc>
              <a:spcBef>
                <a:spcPts val="0"/>
              </a:spcBef>
              <a:spcAft>
                <a:spcPts val="0"/>
              </a:spcAft>
              <a:buSzPts val="1100"/>
              <a:buNone/>
              <a:defRPr sz="2700"/>
            </a:lvl1pPr>
            <a:lvl2pPr lvl="1" algn="ctr">
              <a:lnSpc>
                <a:spcPct val="166666"/>
              </a:lnSpc>
              <a:spcBef>
                <a:spcPts val="50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44" name="Google Shape;144;p41"/>
          <p:cNvSpPr txBox="1">
            <a:spLocks noGrp="1"/>
          </p:cNvSpPr>
          <p:nvPr>
            <p:ph type="subTitle" idx="1"/>
          </p:nvPr>
        </p:nvSpPr>
        <p:spPr>
          <a:xfrm>
            <a:off x="609600" y="4229101"/>
            <a:ext cx="6858000" cy="601321"/>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chemeClr val="lt1"/>
              </a:buClr>
              <a:buSzPts val="2100"/>
              <a:buFont typeface="Arial"/>
              <a:buNone/>
              <a:defRPr sz="1700" b="1" i="0" u="none" strike="noStrike" cap="none">
                <a:solidFill>
                  <a:schemeClr val="lt1"/>
                </a:solidFill>
                <a:highlight>
                  <a:srgbClr val="000000"/>
                </a:highlight>
                <a:latin typeface="Arial"/>
                <a:ea typeface="Arial"/>
                <a:cs typeface="Arial"/>
                <a:sym typeface="Arial"/>
              </a:defRPr>
            </a:lvl1pPr>
            <a:lvl2pPr marR="0" lvl="1" algn="l" rtl="0">
              <a:lnSpc>
                <a:spcPct val="90000"/>
              </a:lnSpc>
              <a:spcBef>
                <a:spcPts val="18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R="0" lvl="2" algn="l" rtl="0">
              <a:lnSpc>
                <a:spcPct val="90000"/>
              </a:lnSpc>
              <a:spcBef>
                <a:spcPts val="300"/>
              </a:spcBef>
              <a:spcAft>
                <a:spcPts val="0"/>
              </a:spcAft>
              <a:buClr>
                <a:schemeClr val="dk1"/>
              </a:buClr>
              <a:buSzPts val="1200"/>
              <a:buFont typeface="Arial"/>
              <a:buChar char=" "/>
              <a:defRPr sz="1200" b="1" i="0" u="none" strike="noStrike" cap="none">
                <a:solidFill>
                  <a:schemeClr val="dk1"/>
                </a:solidFill>
                <a:latin typeface="Arial"/>
                <a:ea typeface="Arial"/>
                <a:cs typeface="Arial"/>
                <a:sym typeface="Arial"/>
              </a:defRPr>
            </a:lvl3pPr>
            <a:lvl4pPr marR="0" lvl="3"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4pPr>
            <a:lvl5pPr marR="0" lvl="4"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5pPr>
            <a:lvl6pPr marR="0" lvl="5"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R="0" lvl="6"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R="0" lvl="7"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R="0" lvl="8"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pic>
        <p:nvPicPr>
          <p:cNvPr id="145" name="Google Shape;145;p41" descr="ASU_Horiz_RGB_Digital_MaroonGold.png"/>
          <p:cNvPicPr preferRelativeResize="0"/>
          <p:nvPr/>
        </p:nvPicPr>
        <p:blipFill rotWithShape="1">
          <a:blip r:embed="rId2">
            <a:alphaModFix/>
          </a:blip>
          <a:srcRect l="3992" t="13044" r="2038" b="14157"/>
          <a:stretch/>
        </p:blipFill>
        <p:spPr>
          <a:xfrm>
            <a:off x="514350" y="218700"/>
            <a:ext cx="3767325" cy="8100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6"/>
        <p:cNvGrpSpPr/>
        <p:nvPr/>
      </p:nvGrpSpPr>
      <p:grpSpPr>
        <a:xfrm>
          <a:off x="0" y="0"/>
          <a:ext cx="0" cy="0"/>
          <a:chOff x="0" y="0"/>
          <a:chExt cx="0" cy="0"/>
        </a:xfrm>
      </p:grpSpPr>
      <p:sp>
        <p:nvSpPr>
          <p:cNvPr id="147" name="Google Shape;147;p42"/>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48"/>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with Subtitle and Content">
  <p:cSld name="Title with Subtitle and Content">
    <p:spTree>
      <p:nvGrpSpPr>
        <p:cNvPr id="1" name="Shape 149"/>
        <p:cNvGrpSpPr/>
        <p:nvPr/>
      </p:nvGrpSpPr>
      <p:grpSpPr>
        <a:xfrm>
          <a:off x="0" y="0"/>
          <a:ext cx="0" cy="0"/>
          <a:chOff x="0" y="0"/>
          <a:chExt cx="0" cy="0"/>
        </a:xfrm>
      </p:grpSpPr>
      <p:sp>
        <p:nvSpPr>
          <p:cNvPr id="150" name="Google Shape;150;p44"/>
          <p:cNvSpPr txBox="1">
            <a:spLocks noGrp="1"/>
          </p:cNvSpPr>
          <p:nvPr>
            <p:ph type="title"/>
          </p:nvPr>
        </p:nvSpPr>
        <p:spPr>
          <a:xfrm>
            <a:off x="941832" y="109728"/>
            <a:ext cx="7260336" cy="349758"/>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51" name="Google Shape;151;p44"/>
          <p:cNvSpPr txBox="1">
            <a:spLocks noGrp="1"/>
          </p:cNvSpPr>
          <p:nvPr>
            <p:ph type="body" idx="1"/>
          </p:nvPr>
        </p:nvSpPr>
        <p:spPr>
          <a:xfrm>
            <a:off x="475488" y="966978"/>
            <a:ext cx="8193024" cy="3621024"/>
          </a:xfrm>
          <a:prstGeom prst="rect">
            <a:avLst/>
          </a:prstGeom>
          <a:noFill/>
          <a:ln>
            <a:noFill/>
          </a:ln>
        </p:spPr>
        <p:txBody>
          <a:bodyPr spcFirstLastPara="1" wrap="square" lIns="68575" tIns="34275" rIns="68575" bIns="34275" anchor="t" anchorCtr="0">
            <a:noAutofit/>
          </a:bodyPr>
          <a:lstStyle>
            <a:lvl1pPr marL="457200" marR="0" lvl="0" indent="-323850" algn="l" rtl="0">
              <a:lnSpc>
                <a:spcPct val="110000"/>
              </a:lnSpc>
              <a:spcBef>
                <a:spcPts val="900"/>
              </a:spcBef>
              <a:spcAft>
                <a:spcPts val="0"/>
              </a:spcAft>
              <a:buClr>
                <a:schemeClr val="dk1"/>
              </a:buClr>
              <a:buSzPts val="1500"/>
              <a:buFont typeface="Arial"/>
              <a:buChar char="•"/>
              <a:defRPr sz="1500" b="1" i="0" u="none" strike="noStrike" cap="none">
                <a:solidFill>
                  <a:schemeClr val="dk1"/>
                </a:solidFill>
                <a:latin typeface="Arial"/>
                <a:ea typeface="Arial"/>
                <a:cs typeface="Arial"/>
                <a:sym typeface="Arial"/>
              </a:defRPr>
            </a:lvl1pPr>
            <a:lvl2pPr marL="914400" marR="0" lvl="1" indent="-317500" algn="l" rtl="0">
              <a:lnSpc>
                <a:spcPct val="111111"/>
              </a:lnSpc>
              <a:spcBef>
                <a:spcPts val="5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L="1371600" marR="0" lvl="2" indent="-298450" algn="l" rtl="0">
              <a:lnSpc>
                <a:spcPct val="112500"/>
              </a:lnSpc>
              <a:spcBef>
                <a:spcPts val="500"/>
              </a:spcBef>
              <a:spcAft>
                <a:spcPts val="0"/>
              </a:spcAft>
              <a:buClr>
                <a:schemeClr val="dk1"/>
              </a:buClr>
              <a:buSzPts val="1100"/>
              <a:buFont typeface="Noto Sans Symbols"/>
              <a:buChar char="▪"/>
              <a:defRPr sz="1200" b="1" i="0" u="none" strike="noStrike" cap="none">
                <a:solidFill>
                  <a:schemeClr val="dk1"/>
                </a:solidFill>
                <a:latin typeface="Arial"/>
                <a:ea typeface="Arial"/>
                <a:cs typeface="Arial"/>
                <a:sym typeface="Arial"/>
              </a:defRPr>
            </a:lvl3pPr>
            <a:lvl4pPr marL="1828800" marR="0" lvl="3" indent="-228600" algn="l" rtl="0">
              <a:lnSpc>
                <a:spcPct val="114285"/>
              </a:lnSpc>
              <a:spcBef>
                <a:spcPts val="5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116666"/>
              </a:lnSpc>
              <a:spcBef>
                <a:spcPts val="500"/>
              </a:spcBef>
              <a:spcAft>
                <a:spcPts val="0"/>
              </a:spcAft>
              <a:buClr>
                <a:schemeClr val="dk1"/>
              </a:buClr>
              <a:buSzPts val="800"/>
              <a:buFont typeface="Arial"/>
              <a:buNone/>
              <a:defRPr sz="9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52" name="Google Shape;152;p44"/>
          <p:cNvSpPr txBox="1">
            <a:spLocks noGrp="1"/>
          </p:cNvSpPr>
          <p:nvPr>
            <p:ph type="body" idx="2"/>
          </p:nvPr>
        </p:nvSpPr>
        <p:spPr>
          <a:xfrm>
            <a:off x="941832" y="445770"/>
            <a:ext cx="7260336" cy="228600"/>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200"/>
              </a:spcBef>
              <a:spcAft>
                <a:spcPts val="0"/>
              </a:spcAft>
              <a:buClr>
                <a:schemeClr val="dk1"/>
              </a:buClr>
              <a:buSzPts val="2300"/>
              <a:buFont typeface="Arial"/>
              <a:buNone/>
              <a:defRPr sz="18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53"/>
        <p:cNvGrpSpPr/>
        <p:nvPr/>
      </p:nvGrpSpPr>
      <p:grpSpPr>
        <a:xfrm>
          <a:off x="0" y="0"/>
          <a:ext cx="0" cy="0"/>
          <a:chOff x="0" y="0"/>
          <a:chExt cx="0" cy="0"/>
        </a:xfrm>
      </p:grpSpPr>
      <p:sp>
        <p:nvSpPr>
          <p:cNvPr id="154" name="Google Shape;154;p45"/>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55" name="Google Shape;155;p45"/>
          <p:cNvSpPr txBox="1">
            <a:spLocks noGrp="1"/>
          </p:cNvSpPr>
          <p:nvPr>
            <p:ph type="body" idx="1"/>
          </p:nvPr>
        </p:nvSpPr>
        <p:spPr>
          <a:xfrm>
            <a:off x="475488" y="1261872"/>
            <a:ext cx="8193024" cy="3332988"/>
          </a:xfrm>
          <a:prstGeom prst="rect">
            <a:avLst/>
          </a:prstGeom>
          <a:noFill/>
          <a:ln>
            <a:noFill/>
          </a:ln>
        </p:spPr>
        <p:txBody>
          <a:bodyPr spcFirstLastPara="1" wrap="square" lIns="68575" tIns="34275" rIns="68575" bIns="34275" anchor="t" anchorCtr="1">
            <a:noAutofit/>
          </a:bodyPr>
          <a:lstStyle>
            <a:lvl1pPr marL="457200" marR="0" lvl="0" indent="-323850" algn="l" rtl="0">
              <a:lnSpc>
                <a:spcPct val="110000"/>
              </a:lnSpc>
              <a:spcBef>
                <a:spcPts val="1100"/>
              </a:spcBef>
              <a:spcAft>
                <a:spcPts val="0"/>
              </a:spcAft>
              <a:buClr>
                <a:schemeClr val="dk1"/>
              </a:buClr>
              <a:buSzPts val="1500"/>
              <a:buFont typeface="Arial"/>
              <a:buChar char="•"/>
              <a:defRPr sz="1500" b="1" i="0" u="none" strike="noStrike" cap="none">
                <a:solidFill>
                  <a:schemeClr val="dk1"/>
                </a:solidFill>
                <a:latin typeface="Arial"/>
                <a:ea typeface="Arial"/>
                <a:cs typeface="Arial"/>
                <a:sym typeface="Arial"/>
              </a:defRPr>
            </a:lvl1pPr>
            <a:lvl2pPr marL="914400" marR="0" lvl="1" indent="-317500" algn="l" rtl="0">
              <a:lnSpc>
                <a:spcPct val="111111"/>
              </a:lnSpc>
              <a:spcBef>
                <a:spcPts val="11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L="1371600" marR="0" lvl="2" indent="-298450" algn="l" rtl="0">
              <a:lnSpc>
                <a:spcPct val="112500"/>
              </a:lnSpc>
              <a:spcBef>
                <a:spcPts val="1100"/>
              </a:spcBef>
              <a:spcAft>
                <a:spcPts val="0"/>
              </a:spcAft>
              <a:buClr>
                <a:schemeClr val="dk1"/>
              </a:buClr>
              <a:buSzPts val="1100"/>
              <a:buFont typeface="Noto Sans Symbols"/>
              <a:buChar char="▪"/>
              <a:defRPr sz="1200" b="1" i="0" u="none" strike="noStrike" cap="none">
                <a:solidFill>
                  <a:schemeClr val="dk1"/>
                </a:solidFill>
                <a:latin typeface="Arial"/>
                <a:ea typeface="Arial"/>
                <a:cs typeface="Arial"/>
                <a:sym typeface="Arial"/>
              </a:defRPr>
            </a:lvl3pPr>
            <a:lvl4pPr marL="1828800" marR="0" lvl="3" indent="-228600" algn="l" rtl="0">
              <a:lnSpc>
                <a:spcPct val="114285"/>
              </a:lnSpc>
              <a:spcBef>
                <a:spcPts val="11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116666"/>
              </a:lnSpc>
              <a:spcBef>
                <a:spcPts val="1100"/>
              </a:spcBef>
              <a:spcAft>
                <a:spcPts val="0"/>
              </a:spcAft>
              <a:buClr>
                <a:schemeClr val="dk1"/>
              </a:buClr>
              <a:buSzPts val="800"/>
              <a:buFont typeface="Arial"/>
              <a:buNone/>
              <a:defRPr sz="9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56"/>
        <p:cNvGrpSpPr/>
        <p:nvPr/>
      </p:nvGrpSpPr>
      <p:grpSpPr>
        <a:xfrm>
          <a:off x="0" y="0"/>
          <a:ext cx="0" cy="0"/>
          <a:chOff x="0" y="0"/>
          <a:chExt cx="0" cy="0"/>
        </a:xfrm>
      </p:grpSpPr>
      <p:sp>
        <p:nvSpPr>
          <p:cNvPr id="157" name="Google Shape;157;p46"/>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58" name="Google Shape;158;p46"/>
          <p:cNvSpPr>
            <a:spLocks noGrp="1"/>
          </p:cNvSpPr>
          <p:nvPr>
            <p:ph type="pic" idx="2"/>
          </p:nvPr>
        </p:nvSpPr>
        <p:spPr>
          <a:xfrm>
            <a:off x="1581912" y="1323594"/>
            <a:ext cx="5971032" cy="2832354"/>
          </a:xfrm>
          <a:prstGeom prst="rect">
            <a:avLst/>
          </a:prstGeom>
          <a:noFill/>
          <a:ln w="12700" cap="flat" cmpd="sng">
            <a:solidFill>
              <a:schemeClr val="dk1"/>
            </a:solidFill>
            <a:prstDash val="solid"/>
            <a:round/>
            <a:headEnd type="none" w="sm" len="sm"/>
            <a:tailEnd type="none" w="sm" len="sm"/>
          </a:ln>
        </p:spPr>
      </p:sp>
      <p:sp>
        <p:nvSpPr>
          <p:cNvPr id="159" name="Google Shape;159;p46"/>
          <p:cNvSpPr txBox="1">
            <a:spLocks noGrp="1"/>
          </p:cNvSpPr>
          <p:nvPr>
            <p:ph type="body" idx="1"/>
          </p:nvPr>
        </p:nvSpPr>
        <p:spPr>
          <a:xfrm>
            <a:off x="1581912" y="987552"/>
            <a:ext cx="5971032" cy="281178"/>
          </a:xfrm>
          <a:prstGeom prst="rect">
            <a:avLst/>
          </a:prstGeom>
          <a:noFill/>
          <a:ln>
            <a:noFill/>
          </a:ln>
        </p:spPr>
        <p:txBody>
          <a:bodyPr spcFirstLastPara="1" wrap="square" lIns="68575" tIns="34275" rIns="68575" bIns="34275" anchor="b" anchorCtr="0">
            <a:noAutofit/>
          </a:bodyPr>
          <a:lstStyle>
            <a:lvl1pPr marL="457200" marR="0" lvl="0" indent="-228600" algn="ctr" rtl="0">
              <a:lnSpc>
                <a:spcPct val="111111"/>
              </a:lnSpc>
              <a:spcBef>
                <a:spcPts val="200"/>
              </a:spcBef>
              <a:spcAft>
                <a:spcPts val="0"/>
              </a:spcAft>
              <a:buClr>
                <a:schemeClr val="dk1"/>
              </a:buClr>
              <a:buSzPts val="1700"/>
              <a:buFont typeface="Arial"/>
              <a:buNone/>
              <a:defRPr sz="14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60" name="Google Shape;160;p46"/>
          <p:cNvSpPr txBox="1">
            <a:spLocks noGrp="1"/>
          </p:cNvSpPr>
          <p:nvPr>
            <p:ph type="body" idx="3"/>
          </p:nvPr>
        </p:nvSpPr>
        <p:spPr>
          <a:xfrm>
            <a:off x="1581912" y="4203954"/>
            <a:ext cx="5971032" cy="205740"/>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16666"/>
              </a:lnSpc>
              <a:spcBef>
                <a:spcPts val="200"/>
              </a:spcBef>
              <a:spcAft>
                <a:spcPts val="0"/>
              </a:spcAft>
              <a:buClr>
                <a:schemeClr val="dk1"/>
              </a:buClr>
              <a:buSzPts val="1100"/>
              <a:buFont typeface="Arial"/>
              <a:buNone/>
              <a:defRPr sz="9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edia">
  <p:cSld name="Media">
    <p:spTree>
      <p:nvGrpSpPr>
        <p:cNvPr id="1" name="Shape 161"/>
        <p:cNvGrpSpPr/>
        <p:nvPr/>
      </p:nvGrpSpPr>
      <p:grpSpPr>
        <a:xfrm>
          <a:off x="0" y="0"/>
          <a:ext cx="0" cy="0"/>
          <a:chOff x="0" y="0"/>
          <a:chExt cx="0" cy="0"/>
        </a:xfrm>
      </p:grpSpPr>
      <p:sp>
        <p:nvSpPr>
          <p:cNvPr id="162" name="Google Shape;162;p47"/>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63" name="Google Shape;163;p47"/>
          <p:cNvSpPr>
            <a:spLocks noGrp="1"/>
          </p:cNvSpPr>
          <p:nvPr>
            <p:ph type="media" idx="2"/>
          </p:nvPr>
        </p:nvSpPr>
        <p:spPr>
          <a:xfrm>
            <a:off x="1737360" y="1371600"/>
            <a:ext cx="5687568" cy="2510028"/>
          </a:xfrm>
          <a:prstGeom prst="rect">
            <a:avLst/>
          </a:prstGeom>
          <a:noFill/>
          <a:ln w="12700"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lvl1pPr marR="0" lvl="0" algn="l" rtl="0">
              <a:lnSpc>
                <a:spcPct val="100000"/>
              </a:lnSpc>
              <a:spcBef>
                <a:spcPts val="200"/>
              </a:spcBef>
              <a:spcAft>
                <a:spcPts val="0"/>
              </a:spcAft>
              <a:buClr>
                <a:schemeClr val="dk1"/>
              </a:buClr>
              <a:buSzPts val="1900"/>
              <a:buFont typeface="Arial"/>
              <a:buNone/>
              <a:defRPr sz="1500" b="1"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R="0" lvl="2" algn="l" rtl="0">
              <a:lnSpc>
                <a:spcPct val="90000"/>
              </a:lnSpc>
              <a:spcBef>
                <a:spcPts val="300"/>
              </a:spcBef>
              <a:spcAft>
                <a:spcPts val="0"/>
              </a:spcAft>
              <a:buClr>
                <a:schemeClr val="dk1"/>
              </a:buClr>
              <a:buSzPts val="1200"/>
              <a:buFont typeface="Arial"/>
              <a:buChar char=" "/>
              <a:defRPr sz="1200" b="1" i="0" u="none" strike="noStrike" cap="none">
                <a:solidFill>
                  <a:schemeClr val="dk1"/>
                </a:solidFill>
                <a:latin typeface="Arial"/>
                <a:ea typeface="Arial"/>
                <a:cs typeface="Arial"/>
                <a:sym typeface="Arial"/>
              </a:defRPr>
            </a:lvl3pPr>
            <a:lvl4pPr marR="0" lvl="3"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4pPr>
            <a:lvl5pPr marR="0" lvl="4"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5pPr>
            <a:lvl6pPr marR="0" lvl="5"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R="0" lvl="6"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R="0" lvl="7"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R="0" lvl="8"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64" name="Google Shape;164;p47"/>
          <p:cNvSpPr txBox="1">
            <a:spLocks noGrp="1"/>
          </p:cNvSpPr>
          <p:nvPr>
            <p:ph type="body" idx="1"/>
          </p:nvPr>
        </p:nvSpPr>
        <p:spPr>
          <a:xfrm>
            <a:off x="1737360" y="1028700"/>
            <a:ext cx="5687568" cy="281178"/>
          </a:xfrm>
          <a:prstGeom prst="rect">
            <a:avLst/>
          </a:prstGeom>
          <a:noFill/>
          <a:ln>
            <a:noFill/>
          </a:ln>
        </p:spPr>
        <p:txBody>
          <a:bodyPr spcFirstLastPara="1" wrap="square" lIns="68575" tIns="34275" rIns="68575" bIns="34275" anchor="b" anchorCtr="0">
            <a:noAutofit/>
          </a:bodyPr>
          <a:lstStyle>
            <a:lvl1pPr marL="457200" marR="0" lvl="0" indent="-228600" algn="ctr" rtl="0">
              <a:lnSpc>
                <a:spcPct val="111111"/>
              </a:lnSpc>
              <a:spcBef>
                <a:spcPts val="200"/>
              </a:spcBef>
              <a:spcAft>
                <a:spcPts val="0"/>
              </a:spcAft>
              <a:buClr>
                <a:schemeClr val="dk1"/>
              </a:buClr>
              <a:buSzPts val="1700"/>
              <a:buFont typeface="Arial"/>
              <a:buNone/>
              <a:defRPr sz="14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65" name="Google Shape;165;p47"/>
          <p:cNvSpPr txBox="1">
            <a:spLocks noGrp="1"/>
          </p:cNvSpPr>
          <p:nvPr>
            <p:ph type="body" idx="3"/>
          </p:nvPr>
        </p:nvSpPr>
        <p:spPr>
          <a:xfrm>
            <a:off x="1737360" y="3922776"/>
            <a:ext cx="5687568" cy="205740"/>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16666"/>
              </a:lnSpc>
              <a:spcBef>
                <a:spcPts val="200"/>
              </a:spcBef>
              <a:spcAft>
                <a:spcPts val="0"/>
              </a:spcAft>
              <a:buClr>
                <a:schemeClr val="dk1"/>
              </a:buClr>
              <a:buSzPts val="1100"/>
              <a:buFont typeface="Arial"/>
              <a:buNone/>
              <a:defRPr sz="9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166"/>
        <p:cNvGrpSpPr/>
        <p:nvPr/>
      </p:nvGrpSpPr>
      <p:grpSpPr>
        <a:xfrm>
          <a:off x="0" y="0"/>
          <a:ext cx="0" cy="0"/>
          <a:chOff x="0" y="0"/>
          <a:chExt cx="0" cy="0"/>
        </a:xfrm>
      </p:grpSpPr>
      <p:sp>
        <p:nvSpPr>
          <p:cNvPr id="167" name="Google Shape;167;p48"/>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68" name="Google Shape;168;p48"/>
          <p:cNvSpPr>
            <a:spLocks noGrp="1"/>
          </p:cNvSpPr>
          <p:nvPr>
            <p:ph type="chart" idx="2"/>
          </p:nvPr>
        </p:nvSpPr>
        <p:spPr>
          <a:xfrm>
            <a:off x="1344168" y="1275588"/>
            <a:ext cx="6455664" cy="2955798"/>
          </a:xfrm>
          <a:prstGeom prst="rect">
            <a:avLst/>
          </a:prstGeom>
          <a:noFill/>
          <a:ln w="12700"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lvl1pPr marR="0" lvl="0" algn="l" rtl="0">
              <a:lnSpc>
                <a:spcPct val="100000"/>
              </a:lnSpc>
              <a:spcBef>
                <a:spcPts val="200"/>
              </a:spcBef>
              <a:spcAft>
                <a:spcPts val="0"/>
              </a:spcAft>
              <a:buClr>
                <a:schemeClr val="dk1"/>
              </a:buClr>
              <a:buSzPts val="1900"/>
              <a:buFont typeface="Arial"/>
              <a:buNone/>
              <a:defRPr sz="1500" b="1"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R="0" lvl="2" algn="l" rtl="0">
              <a:lnSpc>
                <a:spcPct val="90000"/>
              </a:lnSpc>
              <a:spcBef>
                <a:spcPts val="300"/>
              </a:spcBef>
              <a:spcAft>
                <a:spcPts val="0"/>
              </a:spcAft>
              <a:buClr>
                <a:schemeClr val="dk1"/>
              </a:buClr>
              <a:buSzPts val="1200"/>
              <a:buFont typeface="Arial"/>
              <a:buChar char=" "/>
              <a:defRPr sz="1200" b="1" i="0" u="none" strike="noStrike" cap="none">
                <a:solidFill>
                  <a:schemeClr val="dk1"/>
                </a:solidFill>
                <a:latin typeface="Arial"/>
                <a:ea typeface="Arial"/>
                <a:cs typeface="Arial"/>
                <a:sym typeface="Arial"/>
              </a:defRPr>
            </a:lvl3pPr>
            <a:lvl4pPr marR="0" lvl="3"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4pPr>
            <a:lvl5pPr marR="0" lvl="4"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5pPr>
            <a:lvl6pPr marR="0" lvl="5"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R="0" lvl="6"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R="0" lvl="7"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R="0" lvl="8"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69" name="Google Shape;169;p48"/>
          <p:cNvSpPr txBox="1">
            <a:spLocks noGrp="1"/>
          </p:cNvSpPr>
          <p:nvPr>
            <p:ph type="body" idx="1"/>
          </p:nvPr>
        </p:nvSpPr>
        <p:spPr>
          <a:xfrm>
            <a:off x="1344168" y="939546"/>
            <a:ext cx="6455664" cy="281178"/>
          </a:xfrm>
          <a:prstGeom prst="rect">
            <a:avLst/>
          </a:prstGeom>
          <a:noFill/>
          <a:ln>
            <a:noFill/>
          </a:ln>
        </p:spPr>
        <p:txBody>
          <a:bodyPr spcFirstLastPara="1" wrap="square" lIns="68575" tIns="34275" rIns="68575" bIns="34275" anchor="b" anchorCtr="0">
            <a:noAutofit/>
          </a:bodyPr>
          <a:lstStyle>
            <a:lvl1pPr marL="457200" marR="0" lvl="0" indent="-228600" algn="ctr" rtl="0">
              <a:lnSpc>
                <a:spcPct val="111111"/>
              </a:lnSpc>
              <a:spcBef>
                <a:spcPts val="200"/>
              </a:spcBef>
              <a:spcAft>
                <a:spcPts val="0"/>
              </a:spcAft>
              <a:buClr>
                <a:schemeClr val="dk1"/>
              </a:buClr>
              <a:buSzPts val="1700"/>
              <a:buFont typeface="Arial"/>
              <a:buNone/>
              <a:defRPr sz="14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70" name="Google Shape;170;p48"/>
          <p:cNvSpPr txBox="1">
            <a:spLocks noGrp="1"/>
          </p:cNvSpPr>
          <p:nvPr>
            <p:ph type="body" idx="3"/>
          </p:nvPr>
        </p:nvSpPr>
        <p:spPr>
          <a:xfrm>
            <a:off x="1344168" y="4279392"/>
            <a:ext cx="6455664" cy="205740"/>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16666"/>
              </a:lnSpc>
              <a:spcBef>
                <a:spcPts val="200"/>
              </a:spcBef>
              <a:spcAft>
                <a:spcPts val="0"/>
              </a:spcAft>
              <a:buClr>
                <a:schemeClr val="dk1"/>
              </a:buClr>
              <a:buSzPts val="1100"/>
              <a:buFont typeface="Arial"/>
              <a:buNone/>
              <a:defRPr sz="9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71"/>
        <p:cNvGrpSpPr/>
        <p:nvPr/>
      </p:nvGrpSpPr>
      <p:grpSpPr>
        <a:xfrm>
          <a:off x="0" y="0"/>
          <a:ext cx="0" cy="0"/>
          <a:chOff x="0" y="0"/>
          <a:chExt cx="0" cy="0"/>
        </a:xfrm>
      </p:grpSpPr>
      <p:sp>
        <p:nvSpPr>
          <p:cNvPr id="172" name="Google Shape;172;p49"/>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73"/>
        <p:cNvGrpSpPr/>
        <p:nvPr/>
      </p:nvGrpSpPr>
      <p:grpSpPr>
        <a:xfrm>
          <a:off x="0" y="0"/>
          <a:ext cx="0" cy="0"/>
          <a:chOff x="0" y="0"/>
          <a:chExt cx="0" cy="0"/>
        </a:xfrm>
      </p:grpSpPr>
      <p:sp>
        <p:nvSpPr>
          <p:cNvPr id="174" name="Google Shape;174;p50"/>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75" name="Google Shape;175;p50"/>
          <p:cNvSpPr txBox="1">
            <a:spLocks noGrp="1"/>
          </p:cNvSpPr>
          <p:nvPr>
            <p:ph type="body" idx="1"/>
          </p:nvPr>
        </p:nvSpPr>
        <p:spPr>
          <a:xfrm>
            <a:off x="475488" y="966978"/>
            <a:ext cx="3986784" cy="3621024"/>
          </a:xfrm>
          <a:prstGeom prst="rect">
            <a:avLst/>
          </a:prstGeom>
          <a:noFill/>
          <a:ln>
            <a:noFill/>
          </a:ln>
        </p:spPr>
        <p:txBody>
          <a:bodyPr spcFirstLastPara="1" wrap="square" lIns="68575" tIns="34275" rIns="68575" bIns="34275" anchor="t" anchorCtr="0">
            <a:noAutofit/>
          </a:bodyPr>
          <a:lstStyle>
            <a:lvl1pPr marL="457200" marR="0" lvl="0" indent="-323850" algn="l" rtl="0">
              <a:lnSpc>
                <a:spcPct val="110000"/>
              </a:lnSpc>
              <a:spcBef>
                <a:spcPts val="900"/>
              </a:spcBef>
              <a:spcAft>
                <a:spcPts val="0"/>
              </a:spcAft>
              <a:buClr>
                <a:schemeClr val="dk1"/>
              </a:buClr>
              <a:buSzPts val="1500"/>
              <a:buFont typeface="Arial"/>
              <a:buChar char="•"/>
              <a:defRPr sz="1500" b="1" i="0" u="none" strike="noStrike" cap="none">
                <a:solidFill>
                  <a:schemeClr val="dk1"/>
                </a:solidFill>
                <a:latin typeface="Arial"/>
                <a:ea typeface="Arial"/>
                <a:cs typeface="Arial"/>
                <a:sym typeface="Arial"/>
              </a:defRPr>
            </a:lvl1pPr>
            <a:lvl2pPr marL="914400" marR="0" lvl="1" indent="-317500" algn="l" rtl="0">
              <a:lnSpc>
                <a:spcPct val="111111"/>
              </a:lnSpc>
              <a:spcBef>
                <a:spcPts val="5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L="1371600" marR="0" lvl="2" indent="-298450" algn="l" rtl="0">
              <a:lnSpc>
                <a:spcPct val="112500"/>
              </a:lnSpc>
              <a:spcBef>
                <a:spcPts val="500"/>
              </a:spcBef>
              <a:spcAft>
                <a:spcPts val="0"/>
              </a:spcAft>
              <a:buClr>
                <a:schemeClr val="dk1"/>
              </a:buClr>
              <a:buSzPts val="1100"/>
              <a:buFont typeface="Noto Sans Symbols"/>
              <a:buChar char="▪"/>
              <a:defRPr sz="1200" b="1" i="0" u="none" strike="noStrike" cap="none">
                <a:solidFill>
                  <a:schemeClr val="dk1"/>
                </a:solidFill>
                <a:latin typeface="Arial"/>
                <a:ea typeface="Arial"/>
                <a:cs typeface="Arial"/>
                <a:sym typeface="Arial"/>
              </a:defRPr>
            </a:lvl3pPr>
            <a:lvl4pPr marL="1828800" marR="0" lvl="3" indent="-228600" algn="l" rtl="0">
              <a:lnSpc>
                <a:spcPct val="114285"/>
              </a:lnSpc>
              <a:spcBef>
                <a:spcPts val="5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116666"/>
              </a:lnSpc>
              <a:spcBef>
                <a:spcPts val="500"/>
              </a:spcBef>
              <a:spcAft>
                <a:spcPts val="0"/>
              </a:spcAft>
              <a:buClr>
                <a:schemeClr val="dk1"/>
              </a:buClr>
              <a:buSzPts val="800"/>
              <a:buFont typeface="Arial"/>
              <a:buNone/>
              <a:defRPr sz="9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76" name="Google Shape;176;p50"/>
          <p:cNvSpPr txBox="1">
            <a:spLocks noGrp="1"/>
          </p:cNvSpPr>
          <p:nvPr>
            <p:ph type="body" idx="2"/>
          </p:nvPr>
        </p:nvSpPr>
        <p:spPr>
          <a:xfrm>
            <a:off x="4663440" y="966978"/>
            <a:ext cx="3986784" cy="3621024"/>
          </a:xfrm>
          <a:prstGeom prst="rect">
            <a:avLst/>
          </a:prstGeom>
          <a:noFill/>
          <a:ln>
            <a:noFill/>
          </a:ln>
        </p:spPr>
        <p:txBody>
          <a:bodyPr spcFirstLastPara="1" wrap="square" lIns="68575" tIns="34275" rIns="68575" bIns="34275" anchor="t" anchorCtr="0">
            <a:noAutofit/>
          </a:bodyPr>
          <a:lstStyle>
            <a:lvl1pPr marL="457200" marR="0" lvl="0" indent="-323850" algn="l" rtl="0">
              <a:lnSpc>
                <a:spcPct val="110000"/>
              </a:lnSpc>
              <a:spcBef>
                <a:spcPts val="900"/>
              </a:spcBef>
              <a:spcAft>
                <a:spcPts val="0"/>
              </a:spcAft>
              <a:buClr>
                <a:schemeClr val="dk1"/>
              </a:buClr>
              <a:buSzPts val="1500"/>
              <a:buFont typeface="Arial"/>
              <a:buChar char="•"/>
              <a:defRPr sz="1500" b="1" i="0" u="none" strike="noStrike" cap="none">
                <a:solidFill>
                  <a:schemeClr val="dk1"/>
                </a:solidFill>
                <a:latin typeface="Arial"/>
                <a:ea typeface="Arial"/>
                <a:cs typeface="Arial"/>
                <a:sym typeface="Arial"/>
              </a:defRPr>
            </a:lvl1pPr>
            <a:lvl2pPr marL="914400" marR="0" lvl="1" indent="-317500" algn="l" rtl="0">
              <a:lnSpc>
                <a:spcPct val="111111"/>
              </a:lnSpc>
              <a:spcBef>
                <a:spcPts val="5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L="1371600" marR="0" lvl="2" indent="-298450" algn="l" rtl="0">
              <a:lnSpc>
                <a:spcPct val="112500"/>
              </a:lnSpc>
              <a:spcBef>
                <a:spcPts val="500"/>
              </a:spcBef>
              <a:spcAft>
                <a:spcPts val="0"/>
              </a:spcAft>
              <a:buClr>
                <a:schemeClr val="dk1"/>
              </a:buClr>
              <a:buSzPts val="1100"/>
              <a:buFont typeface="Noto Sans Symbols"/>
              <a:buChar char="▪"/>
              <a:defRPr sz="1200" b="1" i="0" u="none" strike="noStrike" cap="none">
                <a:solidFill>
                  <a:schemeClr val="dk1"/>
                </a:solidFill>
                <a:latin typeface="Arial"/>
                <a:ea typeface="Arial"/>
                <a:cs typeface="Arial"/>
                <a:sym typeface="Arial"/>
              </a:defRPr>
            </a:lvl3pPr>
            <a:lvl4pPr marL="1828800" marR="0" lvl="3" indent="-228600" algn="l" rtl="0">
              <a:lnSpc>
                <a:spcPct val="114285"/>
              </a:lnSpc>
              <a:spcBef>
                <a:spcPts val="5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116666"/>
              </a:lnSpc>
              <a:spcBef>
                <a:spcPts val="500"/>
              </a:spcBef>
              <a:spcAft>
                <a:spcPts val="0"/>
              </a:spcAft>
              <a:buClr>
                <a:schemeClr val="dk1"/>
              </a:buClr>
              <a:buSzPts val="800"/>
              <a:buFont typeface="Arial"/>
              <a:buNone/>
              <a:defRPr sz="9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17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Picture with Caption">
  <p:cSld name="1_Picture with Caption">
    <p:spTree>
      <p:nvGrpSpPr>
        <p:cNvPr id="1" name="Shape 182"/>
        <p:cNvGrpSpPr/>
        <p:nvPr/>
      </p:nvGrpSpPr>
      <p:grpSpPr>
        <a:xfrm>
          <a:off x="0" y="0"/>
          <a:ext cx="0" cy="0"/>
          <a:chOff x="0" y="0"/>
          <a:chExt cx="0" cy="0"/>
        </a:xfrm>
      </p:grpSpPr>
      <p:sp>
        <p:nvSpPr>
          <p:cNvPr id="183" name="Google Shape;183;p53"/>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84" name="Google Shape;184;p53"/>
          <p:cNvSpPr>
            <a:spLocks noGrp="1"/>
          </p:cNvSpPr>
          <p:nvPr>
            <p:ph type="pic" idx="2"/>
          </p:nvPr>
        </p:nvSpPr>
        <p:spPr>
          <a:xfrm>
            <a:off x="1581912" y="1323594"/>
            <a:ext cx="5971032" cy="2832354"/>
          </a:xfrm>
          <a:prstGeom prst="rect">
            <a:avLst/>
          </a:prstGeom>
          <a:noFill/>
          <a:ln w="12700" cap="flat" cmpd="sng">
            <a:solidFill>
              <a:schemeClr val="dk1"/>
            </a:solidFill>
            <a:prstDash val="solid"/>
            <a:round/>
            <a:headEnd type="none" w="sm" len="sm"/>
            <a:tailEnd type="none" w="sm" len="sm"/>
          </a:ln>
        </p:spPr>
      </p:sp>
      <p:sp>
        <p:nvSpPr>
          <p:cNvPr id="185" name="Google Shape;185;p53"/>
          <p:cNvSpPr txBox="1">
            <a:spLocks noGrp="1"/>
          </p:cNvSpPr>
          <p:nvPr>
            <p:ph type="body" idx="1"/>
          </p:nvPr>
        </p:nvSpPr>
        <p:spPr>
          <a:xfrm>
            <a:off x="1581912" y="987552"/>
            <a:ext cx="5971032" cy="281178"/>
          </a:xfrm>
          <a:prstGeom prst="rect">
            <a:avLst/>
          </a:prstGeom>
          <a:noFill/>
          <a:ln>
            <a:noFill/>
          </a:ln>
        </p:spPr>
        <p:txBody>
          <a:bodyPr spcFirstLastPara="1" wrap="square" lIns="68575" tIns="34275" rIns="68575" bIns="34275" anchor="b" anchorCtr="0">
            <a:noAutofit/>
          </a:bodyPr>
          <a:lstStyle>
            <a:lvl1pPr marL="457200" marR="0" lvl="0" indent="-228600" algn="ctr" rtl="0">
              <a:lnSpc>
                <a:spcPct val="111111"/>
              </a:lnSpc>
              <a:spcBef>
                <a:spcPts val="200"/>
              </a:spcBef>
              <a:spcAft>
                <a:spcPts val="0"/>
              </a:spcAft>
              <a:buClr>
                <a:schemeClr val="dk1"/>
              </a:buClr>
              <a:buSzPts val="1700"/>
              <a:buFont typeface="Arial"/>
              <a:buNone/>
              <a:defRPr sz="14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86" name="Google Shape;186;p53"/>
          <p:cNvSpPr txBox="1">
            <a:spLocks noGrp="1"/>
          </p:cNvSpPr>
          <p:nvPr>
            <p:ph type="body" idx="3"/>
          </p:nvPr>
        </p:nvSpPr>
        <p:spPr>
          <a:xfrm>
            <a:off x="1581912" y="4203954"/>
            <a:ext cx="5971032" cy="205740"/>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16666"/>
              </a:lnSpc>
              <a:spcBef>
                <a:spcPts val="200"/>
              </a:spcBef>
              <a:spcAft>
                <a:spcPts val="0"/>
              </a:spcAft>
              <a:buClr>
                <a:schemeClr val="dk1"/>
              </a:buClr>
              <a:buSzPts val="1100"/>
              <a:buFont typeface="Arial"/>
              <a:buNone/>
              <a:defRPr sz="9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Media">
  <p:cSld name="1_Media">
    <p:spTree>
      <p:nvGrpSpPr>
        <p:cNvPr id="1" name="Shape 187"/>
        <p:cNvGrpSpPr/>
        <p:nvPr/>
      </p:nvGrpSpPr>
      <p:grpSpPr>
        <a:xfrm>
          <a:off x="0" y="0"/>
          <a:ext cx="0" cy="0"/>
          <a:chOff x="0" y="0"/>
          <a:chExt cx="0" cy="0"/>
        </a:xfrm>
      </p:grpSpPr>
      <p:sp>
        <p:nvSpPr>
          <p:cNvPr id="188" name="Google Shape;188;p54"/>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89" name="Google Shape;189;p54"/>
          <p:cNvSpPr>
            <a:spLocks noGrp="1"/>
          </p:cNvSpPr>
          <p:nvPr>
            <p:ph type="media" idx="2"/>
          </p:nvPr>
        </p:nvSpPr>
        <p:spPr>
          <a:xfrm>
            <a:off x="1737360" y="1371600"/>
            <a:ext cx="5687568" cy="2510028"/>
          </a:xfrm>
          <a:prstGeom prst="rect">
            <a:avLst/>
          </a:prstGeom>
          <a:noFill/>
          <a:ln w="12700"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lvl1pPr marR="0" lvl="0" algn="l" rtl="0">
              <a:lnSpc>
                <a:spcPct val="100000"/>
              </a:lnSpc>
              <a:spcBef>
                <a:spcPts val="200"/>
              </a:spcBef>
              <a:spcAft>
                <a:spcPts val="0"/>
              </a:spcAft>
              <a:buClr>
                <a:schemeClr val="dk1"/>
              </a:buClr>
              <a:buSzPts val="1900"/>
              <a:buFont typeface="Arial"/>
              <a:buNone/>
              <a:defRPr sz="1500" b="1"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R="0" lvl="2" algn="l" rtl="0">
              <a:lnSpc>
                <a:spcPct val="90000"/>
              </a:lnSpc>
              <a:spcBef>
                <a:spcPts val="300"/>
              </a:spcBef>
              <a:spcAft>
                <a:spcPts val="0"/>
              </a:spcAft>
              <a:buClr>
                <a:schemeClr val="dk1"/>
              </a:buClr>
              <a:buSzPts val="1200"/>
              <a:buFont typeface="Arial"/>
              <a:buChar char=" "/>
              <a:defRPr sz="1200" b="1" i="0" u="none" strike="noStrike" cap="none">
                <a:solidFill>
                  <a:schemeClr val="dk1"/>
                </a:solidFill>
                <a:latin typeface="Arial"/>
                <a:ea typeface="Arial"/>
                <a:cs typeface="Arial"/>
                <a:sym typeface="Arial"/>
              </a:defRPr>
            </a:lvl3pPr>
            <a:lvl4pPr marR="0" lvl="3"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4pPr>
            <a:lvl5pPr marR="0" lvl="4"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5pPr>
            <a:lvl6pPr marR="0" lvl="5"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R="0" lvl="6"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R="0" lvl="7"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R="0" lvl="8"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90" name="Google Shape;190;p54"/>
          <p:cNvSpPr txBox="1">
            <a:spLocks noGrp="1"/>
          </p:cNvSpPr>
          <p:nvPr>
            <p:ph type="body" idx="1"/>
          </p:nvPr>
        </p:nvSpPr>
        <p:spPr>
          <a:xfrm>
            <a:off x="1737360" y="1028700"/>
            <a:ext cx="5687568" cy="281178"/>
          </a:xfrm>
          <a:prstGeom prst="rect">
            <a:avLst/>
          </a:prstGeom>
          <a:noFill/>
          <a:ln>
            <a:noFill/>
          </a:ln>
        </p:spPr>
        <p:txBody>
          <a:bodyPr spcFirstLastPara="1" wrap="square" lIns="68575" tIns="34275" rIns="68575" bIns="34275" anchor="b" anchorCtr="0">
            <a:noAutofit/>
          </a:bodyPr>
          <a:lstStyle>
            <a:lvl1pPr marL="457200" marR="0" lvl="0" indent="-228600" algn="ctr" rtl="0">
              <a:lnSpc>
                <a:spcPct val="111111"/>
              </a:lnSpc>
              <a:spcBef>
                <a:spcPts val="200"/>
              </a:spcBef>
              <a:spcAft>
                <a:spcPts val="0"/>
              </a:spcAft>
              <a:buClr>
                <a:schemeClr val="dk1"/>
              </a:buClr>
              <a:buSzPts val="1700"/>
              <a:buFont typeface="Arial"/>
              <a:buNone/>
              <a:defRPr sz="14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91" name="Google Shape;191;p54"/>
          <p:cNvSpPr txBox="1">
            <a:spLocks noGrp="1"/>
          </p:cNvSpPr>
          <p:nvPr>
            <p:ph type="body" idx="3"/>
          </p:nvPr>
        </p:nvSpPr>
        <p:spPr>
          <a:xfrm>
            <a:off x="1737360" y="3922776"/>
            <a:ext cx="5687568" cy="205740"/>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16666"/>
              </a:lnSpc>
              <a:spcBef>
                <a:spcPts val="200"/>
              </a:spcBef>
              <a:spcAft>
                <a:spcPts val="0"/>
              </a:spcAft>
              <a:buClr>
                <a:schemeClr val="dk1"/>
              </a:buClr>
              <a:buSzPts val="1100"/>
              <a:buFont typeface="Arial"/>
              <a:buNone/>
              <a:defRPr sz="9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_Chart">
  <p:cSld name="1_Char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lvl="0" algn="l">
              <a:lnSpc>
                <a:spcPct val="155555"/>
              </a:lnSpc>
              <a:spcBef>
                <a:spcPts val="0"/>
              </a:spcBef>
              <a:spcAft>
                <a:spcPts val="0"/>
              </a:spcAft>
              <a:buSzPts val="1100"/>
              <a:buNone/>
              <a:defRPr/>
            </a:lvl1pPr>
            <a:lvl2pPr lvl="1" algn="ctr">
              <a:lnSpc>
                <a:spcPct val="166666"/>
              </a:lnSpc>
              <a:spcBef>
                <a:spcPts val="0"/>
              </a:spcBef>
              <a:spcAft>
                <a:spcPts val="0"/>
              </a:spcAft>
              <a:buSzPts val="1100"/>
              <a:buNone/>
              <a:defRPr/>
            </a:lvl2pPr>
            <a:lvl3pPr lvl="2" algn="ctr">
              <a:lnSpc>
                <a:spcPct val="166666"/>
              </a:lnSpc>
              <a:spcBef>
                <a:spcPts val="0"/>
              </a:spcBef>
              <a:spcAft>
                <a:spcPts val="0"/>
              </a:spcAft>
              <a:buSzPts val="1100"/>
              <a:buNone/>
              <a:defRPr/>
            </a:lvl3pPr>
            <a:lvl4pPr lvl="3" algn="ctr">
              <a:lnSpc>
                <a:spcPct val="166666"/>
              </a:lnSpc>
              <a:spcBef>
                <a:spcPts val="0"/>
              </a:spcBef>
              <a:spcAft>
                <a:spcPts val="0"/>
              </a:spcAft>
              <a:buSzPts val="1100"/>
              <a:buNone/>
              <a:defRPr/>
            </a:lvl4pPr>
            <a:lvl5pPr lvl="4" algn="ctr">
              <a:lnSpc>
                <a:spcPct val="166666"/>
              </a:lnSpc>
              <a:spcBef>
                <a:spcPts val="0"/>
              </a:spcBef>
              <a:spcAft>
                <a:spcPts val="0"/>
              </a:spcAft>
              <a:buSzPts val="1100"/>
              <a:buNone/>
              <a:defRPr/>
            </a:lvl5pPr>
            <a:lvl6pPr lvl="5" algn="ctr">
              <a:lnSpc>
                <a:spcPct val="166666"/>
              </a:lnSpc>
              <a:spcBef>
                <a:spcPts val="0"/>
              </a:spcBef>
              <a:spcAft>
                <a:spcPts val="0"/>
              </a:spcAft>
              <a:buSzPts val="1100"/>
              <a:buNone/>
              <a:defRPr/>
            </a:lvl6pPr>
            <a:lvl7pPr lvl="6" algn="ctr">
              <a:lnSpc>
                <a:spcPct val="166666"/>
              </a:lnSpc>
              <a:spcBef>
                <a:spcPts val="0"/>
              </a:spcBef>
              <a:spcAft>
                <a:spcPts val="0"/>
              </a:spcAft>
              <a:buSzPts val="1100"/>
              <a:buNone/>
              <a:defRPr/>
            </a:lvl7pPr>
            <a:lvl8pPr lvl="7" algn="ctr">
              <a:lnSpc>
                <a:spcPct val="166666"/>
              </a:lnSpc>
              <a:spcBef>
                <a:spcPts val="0"/>
              </a:spcBef>
              <a:spcAft>
                <a:spcPts val="0"/>
              </a:spcAft>
              <a:buSzPts val="1100"/>
              <a:buNone/>
              <a:defRPr/>
            </a:lvl8pPr>
            <a:lvl9pPr lvl="8" algn="ctr">
              <a:lnSpc>
                <a:spcPct val="166666"/>
              </a:lnSpc>
              <a:spcBef>
                <a:spcPts val="0"/>
              </a:spcBef>
              <a:spcAft>
                <a:spcPts val="0"/>
              </a:spcAft>
              <a:buSzPts val="1100"/>
              <a:buNone/>
              <a:defRPr/>
            </a:lvl9pPr>
          </a:lstStyle>
          <a:p>
            <a:endParaRPr/>
          </a:p>
        </p:txBody>
      </p:sp>
      <p:sp>
        <p:nvSpPr>
          <p:cNvPr id="194" name="Google Shape;194;p55"/>
          <p:cNvSpPr>
            <a:spLocks noGrp="1"/>
          </p:cNvSpPr>
          <p:nvPr>
            <p:ph type="chart" idx="2"/>
          </p:nvPr>
        </p:nvSpPr>
        <p:spPr>
          <a:xfrm>
            <a:off x="1344168" y="1275588"/>
            <a:ext cx="6455664" cy="2955798"/>
          </a:xfrm>
          <a:prstGeom prst="rect">
            <a:avLst/>
          </a:prstGeom>
          <a:noFill/>
          <a:ln w="12700"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lvl1pPr marR="0" lvl="0" algn="l" rtl="0">
              <a:lnSpc>
                <a:spcPct val="100000"/>
              </a:lnSpc>
              <a:spcBef>
                <a:spcPts val="200"/>
              </a:spcBef>
              <a:spcAft>
                <a:spcPts val="0"/>
              </a:spcAft>
              <a:buClr>
                <a:schemeClr val="dk1"/>
              </a:buClr>
              <a:buSzPts val="1900"/>
              <a:buFont typeface="Arial"/>
              <a:buNone/>
              <a:defRPr sz="1500" b="1"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1400"/>
              <a:buFont typeface="Arial"/>
              <a:buChar char="–"/>
              <a:defRPr sz="1400" b="1" i="0" u="none" strike="noStrike" cap="none">
                <a:solidFill>
                  <a:schemeClr val="dk1"/>
                </a:solidFill>
                <a:latin typeface="Arial"/>
                <a:ea typeface="Arial"/>
                <a:cs typeface="Arial"/>
                <a:sym typeface="Arial"/>
              </a:defRPr>
            </a:lvl2pPr>
            <a:lvl3pPr marR="0" lvl="2" algn="l" rtl="0">
              <a:lnSpc>
                <a:spcPct val="90000"/>
              </a:lnSpc>
              <a:spcBef>
                <a:spcPts val="300"/>
              </a:spcBef>
              <a:spcAft>
                <a:spcPts val="0"/>
              </a:spcAft>
              <a:buClr>
                <a:schemeClr val="dk1"/>
              </a:buClr>
              <a:buSzPts val="1200"/>
              <a:buFont typeface="Arial"/>
              <a:buChar char=" "/>
              <a:defRPr sz="1200" b="1" i="0" u="none" strike="noStrike" cap="none">
                <a:solidFill>
                  <a:schemeClr val="dk1"/>
                </a:solidFill>
                <a:latin typeface="Arial"/>
                <a:ea typeface="Arial"/>
                <a:cs typeface="Arial"/>
                <a:sym typeface="Arial"/>
              </a:defRPr>
            </a:lvl3pPr>
            <a:lvl4pPr marR="0" lvl="3"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4pPr>
            <a:lvl5pPr marR="0" lvl="4"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5pPr>
            <a:lvl6pPr marR="0" lvl="5"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R="0" lvl="6"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R="0" lvl="7"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R="0" lvl="8"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95" name="Google Shape;195;p55"/>
          <p:cNvSpPr txBox="1">
            <a:spLocks noGrp="1"/>
          </p:cNvSpPr>
          <p:nvPr>
            <p:ph type="body" idx="1"/>
          </p:nvPr>
        </p:nvSpPr>
        <p:spPr>
          <a:xfrm>
            <a:off x="1344168" y="939546"/>
            <a:ext cx="6455664" cy="281178"/>
          </a:xfrm>
          <a:prstGeom prst="rect">
            <a:avLst/>
          </a:prstGeom>
          <a:noFill/>
          <a:ln>
            <a:noFill/>
          </a:ln>
        </p:spPr>
        <p:txBody>
          <a:bodyPr spcFirstLastPara="1" wrap="square" lIns="68575" tIns="34275" rIns="68575" bIns="34275" anchor="b" anchorCtr="0">
            <a:noAutofit/>
          </a:bodyPr>
          <a:lstStyle>
            <a:lvl1pPr marL="457200" marR="0" lvl="0" indent="-228600" algn="ctr" rtl="0">
              <a:lnSpc>
                <a:spcPct val="111111"/>
              </a:lnSpc>
              <a:spcBef>
                <a:spcPts val="200"/>
              </a:spcBef>
              <a:spcAft>
                <a:spcPts val="0"/>
              </a:spcAft>
              <a:buClr>
                <a:schemeClr val="dk1"/>
              </a:buClr>
              <a:buSzPts val="1700"/>
              <a:buFont typeface="Arial"/>
              <a:buNone/>
              <a:defRPr sz="14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
        <p:nvSpPr>
          <p:cNvPr id="196" name="Google Shape;196;p55"/>
          <p:cNvSpPr txBox="1">
            <a:spLocks noGrp="1"/>
          </p:cNvSpPr>
          <p:nvPr>
            <p:ph type="body" idx="3"/>
          </p:nvPr>
        </p:nvSpPr>
        <p:spPr>
          <a:xfrm>
            <a:off x="1344168" y="4279392"/>
            <a:ext cx="6455664" cy="205740"/>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16666"/>
              </a:lnSpc>
              <a:spcBef>
                <a:spcPts val="200"/>
              </a:spcBef>
              <a:spcAft>
                <a:spcPts val="0"/>
              </a:spcAft>
              <a:buClr>
                <a:schemeClr val="dk1"/>
              </a:buClr>
              <a:buSzPts val="1100"/>
              <a:buFont typeface="Arial"/>
              <a:buNone/>
              <a:defRPr sz="9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2pPr>
            <a:lvl3pPr marL="1371600" marR="0" lvl="2" indent="-228600" algn="l" rtl="0">
              <a:lnSpc>
                <a:spcPct val="90000"/>
              </a:lnSpc>
              <a:spcBef>
                <a:spcPts val="3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3pPr>
            <a:lvl4pPr marL="1828800" marR="0" lvl="3"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4pPr>
            <a:lvl5pPr marL="2286000" marR="0" lvl="4" indent="-228600" algn="l" rtl="0">
              <a:lnSpc>
                <a:spcPct val="90000"/>
              </a:lnSpc>
              <a:spcBef>
                <a:spcPts val="30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5pPr>
            <a:lvl6pPr marL="2743200" marR="0" lvl="5"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6pPr>
            <a:lvl7pPr marL="3200400" marR="0" lvl="6"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7pPr>
            <a:lvl8pPr marL="3657600" marR="0" lvl="7"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8pPr>
            <a:lvl9pPr marL="4114800" marR="0" lvl="8" indent="-298450" algn="l" rtl="0">
              <a:lnSpc>
                <a:spcPct val="90000"/>
              </a:lnSpc>
              <a:spcBef>
                <a:spcPts val="300"/>
              </a:spcBef>
              <a:spcAft>
                <a:spcPts val="0"/>
              </a:spcAft>
              <a:buClr>
                <a:schemeClr val="dk1"/>
              </a:buClr>
              <a:buSzPts val="1100"/>
              <a:buFont typeface="Arial"/>
              <a:buChar char=" "/>
              <a:defRPr sz="11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2.jp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3.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
        <p:cNvGrpSpPr/>
        <p:nvPr/>
      </p:nvGrpSpPr>
      <p:grpSpPr>
        <a:xfrm>
          <a:off x="0" y="0"/>
          <a:ext cx="0" cy="0"/>
          <a:chOff x="0" y="0"/>
          <a:chExt cx="0" cy="0"/>
        </a:xfrm>
      </p:grpSpPr>
      <p:sp>
        <p:nvSpPr>
          <p:cNvPr id="66" name="Google Shape;6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1400"/>
              <a:buFont typeface="Arial"/>
              <a:buNone/>
              <a:defRPr sz="2800" b="1" i="0" u="none" strike="noStrike" cap="none">
                <a:solidFill>
                  <a:schemeClr val="dk1"/>
                </a:solidFill>
                <a:latin typeface="Arial"/>
                <a:ea typeface="Arial"/>
                <a:cs typeface="Arial"/>
                <a:sym typeface="Arial"/>
              </a:defRPr>
            </a:lvl1pPr>
            <a:lvl2pPr lvl="1" indent="0">
              <a:spcBef>
                <a:spcPts val="0"/>
              </a:spcBef>
              <a:spcAft>
                <a:spcPts val="0"/>
              </a:spcAft>
              <a:buClr>
                <a:schemeClr val="dk1"/>
              </a:buClr>
              <a:buSzPts val="1400"/>
              <a:buFont typeface="Arial"/>
              <a:buNone/>
              <a:defRPr sz="2800" b="1">
                <a:solidFill>
                  <a:schemeClr val="dk1"/>
                </a:solidFill>
              </a:defRPr>
            </a:lvl2pPr>
            <a:lvl3pPr lvl="2" indent="0">
              <a:spcBef>
                <a:spcPts val="0"/>
              </a:spcBef>
              <a:spcAft>
                <a:spcPts val="0"/>
              </a:spcAft>
              <a:buClr>
                <a:schemeClr val="dk1"/>
              </a:buClr>
              <a:buSzPts val="1400"/>
              <a:buFont typeface="Arial"/>
              <a:buNone/>
              <a:defRPr sz="2800" b="1">
                <a:solidFill>
                  <a:schemeClr val="dk1"/>
                </a:solidFill>
              </a:defRPr>
            </a:lvl3pPr>
            <a:lvl4pPr lvl="3" indent="0">
              <a:spcBef>
                <a:spcPts val="0"/>
              </a:spcBef>
              <a:spcAft>
                <a:spcPts val="0"/>
              </a:spcAft>
              <a:buClr>
                <a:schemeClr val="dk1"/>
              </a:buClr>
              <a:buSzPts val="1400"/>
              <a:buFont typeface="Arial"/>
              <a:buNone/>
              <a:defRPr sz="2800" b="1">
                <a:solidFill>
                  <a:schemeClr val="dk1"/>
                </a:solidFill>
              </a:defRPr>
            </a:lvl4pPr>
            <a:lvl5pPr lvl="4" indent="0">
              <a:spcBef>
                <a:spcPts val="0"/>
              </a:spcBef>
              <a:spcAft>
                <a:spcPts val="0"/>
              </a:spcAft>
              <a:buClr>
                <a:schemeClr val="dk1"/>
              </a:buClr>
              <a:buSzPts val="1400"/>
              <a:buFont typeface="Arial"/>
              <a:buNone/>
              <a:defRPr sz="2800" b="1">
                <a:solidFill>
                  <a:schemeClr val="dk1"/>
                </a:solidFill>
              </a:defRPr>
            </a:lvl5pPr>
            <a:lvl6pPr lvl="5" indent="0">
              <a:spcBef>
                <a:spcPts val="0"/>
              </a:spcBef>
              <a:spcAft>
                <a:spcPts val="0"/>
              </a:spcAft>
              <a:buClr>
                <a:schemeClr val="dk1"/>
              </a:buClr>
              <a:buSzPts val="1400"/>
              <a:buFont typeface="Arial"/>
              <a:buNone/>
              <a:defRPr sz="2800" b="1">
                <a:solidFill>
                  <a:schemeClr val="dk1"/>
                </a:solidFill>
              </a:defRPr>
            </a:lvl6pPr>
            <a:lvl7pPr lvl="6" indent="0">
              <a:spcBef>
                <a:spcPts val="0"/>
              </a:spcBef>
              <a:spcAft>
                <a:spcPts val="0"/>
              </a:spcAft>
              <a:buClr>
                <a:schemeClr val="dk1"/>
              </a:buClr>
              <a:buSzPts val="1400"/>
              <a:buFont typeface="Arial"/>
              <a:buNone/>
              <a:defRPr sz="2800" b="1">
                <a:solidFill>
                  <a:schemeClr val="dk1"/>
                </a:solidFill>
              </a:defRPr>
            </a:lvl7pPr>
            <a:lvl8pPr lvl="7" indent="0">
              <a:spcBef>
                <a:spcPts val="0"/>
              </a:spcBef>
              <a:spcAft>
                <a:spcPts val="0"/>
              </a:spcAft>
              <a:buClr>
                <a:schemeClr val="dk1"/>
              </a:buClr>
              <a:buSzPts val="1400"/>
              <a:buFont typeface="Arial"/>
              <a:buNone/>
              <a:defRPr sz="2800" b="1">
                <a:solidFill>
                  <a:schemeClr val="dk1"/>
                </a:solidFill>
              </a:defRPr>
            </a:lvl8pPr>
            <a:lvl9pPr lvl="8" indent="0">
              <a:spcBef>
                <a:spcPts val="0"/>
              </a:spcBef>
              <a:spcAft>
                <a:spcPts val="0"/>
              </a:spcAft>
              <a:buClr>
                <a:schemeClr val="dk1"/>
              </a:buClr>
              <a:buSzPts val="1400"/>
              <a:buFont typeface="Arial"/>
              <a:buNone/>
              <a:defRPr sz="2800" b="1">
                <a:solidFill>
                  <a:schemeClr val="dk1"/>
                </a:solidFill>
              </a:defRPr>
            </a:lvl9pPr>
          </a:lstStyle>
          <a:p>
            <a:endParaRPr/>
          </a:p>
        </p:txBody>
      </p:sp>
      <p:sp>
        <p:nvSpPr>
          <p:cNvPr id="67" name="Google Shape;6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15000"/>
              </a:lnSpc>
              <a:spcBef>
                <a:spcPts val="1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15000"/>
              </a:lnSpc>
              <a:spcBef>
                <a:spcPts val="1600"/>
              </a:spcBef>
              <a:spcAft>
                <a:spcPts val="160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4"/>
        <p:cNvGrpSpPr/>
        <p:nvPr/>
      </p:nvGrpSpPr>
      <p:grpSpPr>
        <a:xfrm>
          <a:off x="0" y="0"/>
          <a:ext cx="0" cy="0"/>
          <a:chOff x="0" y="0"/>
          <a:chExt cx="0" cy="0"/>
        </a:xfrm>
      </p:grpSpPr>
      <p:sp>
        <p:nvSpPr>
          <p:cNvPr id="125" name="Google Shape;125;p37"/>
          <p:cNvSpPr txBox="1">
            <a:spLocks noGrp="1"/>
          </p:cNvSpPr>
          <p:nvPr>
            <p:ph type="title"/>
          </p:nvPr>
        </p:nvSpPr>
        <p:spPr>
          <a:xfrm>
            <a:off x="228600" y="171450"/>
            <a:ext cx="7260336" cy="438912"/>
          </a:xfrm>
          <a:prstGeom prst="rect">
            <a:avLst/>
          </a:prstGeom>
          <a:noFill/>
          <a:ln>
            <a:noFill/>
          </a:ln>
        </p:spPr>
        <p:txBody>
          <a:bodyPr spcFirstLastPara="1" wrap="square" lIns="69050" tIns="34525" rIns="69050" bIns="34525" anchor="ctr" anchorCtr="0">
            <a:noAutofit/>
          </a:bodyPr>
          <a:lstStyle>
            <a:lvl1pPr marR="0" lvl="0" algn="l" rtl="0">
              <a:lnSpc>
                <a:spcPct val="87500"/>
              </a:lnSpc>
              <a:spcBef>
                <a:spcPts val="0"/>
              </a:spcBef>
              <a:spcAft>
                <a:spcPts val="0"/>
              </a:spcAft>
              <a:buSzPts val="1100"/>
              <a:buNone/>
              <a:defRPr sz="2400" b="1" i="0" u="none" strike="noStrike" cap="none">
                <a:solidFill>
                  <a:schemeClr val="dk1"/>
                </a:solidFill>
                <a:highlight>
                  <a:srgbClr val="FFCC00"/>
                </a:highlight>
                <a:latin typeface="Arial"/>
                <a:ea typeface="Arial"/>
                <a:cs typeface="Arial"/>
                <a:sym typeface="Arial"/>
              </a:defRPr>
            </a:lvl1pPr>
            <a:lvl2pPr marR="0" lvl="1" algn="ctr" rtl="0">
              <a:lnSpc>
                <a:spcPct val="107142"/>
              </a:lnSpc>
              <a:spcBef>
                <a:spcPts val="0"/>
              </a:spcBef>
              <a:spcAft>
                <a:spcPts val="0"/>
              </a:spcAft>
              <a:buSzPts val="1100"/>
              <a:buNone/>
              <a:defRPr sz="2100" b="1" i="0" u="none" strike="noStrike" cap="none">
                <a:solidFill>
                  <a:schemeClr val="dk2"/>
                </a:solidFill>
                <a:latin typeface="Arial"/>
                <a:ea typeface="Arial"/>
                <a:cs typeface="Arial"/>
                <a:sym typeface="Arial"/>
              </a:defRPr>
            </a:lvl2pPr>
            <a:lvl3pPr marR="0" lvl="2" algn="ctr" rtl="0">
              <a:lnSpc>
                <a:spcPct val="107142"/>
              </a:lnSpc>
              <a:spcBef>
                <a:spcPts val="0"/>
              </a:spcBef>
              <a:spcAft>
                <a:spcPts val="0"/>
              </a:spcAft>
              <a:buSzPts val="1100"/>
              <a:buNone/>
              <a:defRPr sz="2100" b="1" i="0" u="none" strike="noStrike" cap="none">
                <a:solidFill>
                  <a:schemeClr val="dk2"/>
                </a:solidFill>
                <a:latin typeface="Arial"/>
                <a:ea typeface="Arial"/>
                <a:cs typeface="Arial"/>
                <a:sym typeface="Arial"/>
              </a:defRPr>
            </a:lvl3pPr>
            <a:lvl4pPr marR="0" lvl="3" algn="ctr" rtl="0">
              <a:lnSpc>
                <a:spcPct val="107142"/>
              </a:lnSpc>
              <a:spcBef>
                <a:spcPts val="0"/>
              </a:spcBef>
              <a:spcAft>
                <a:spcPts val="0"/>
              </a:spcAft>
              <a:buSzPts val="1100"/>
              <a:buNone/>
              <a:defRPr sz="2100" b="1" i="0" u="none" strike="noStrike" cap="none">
                <a:solidFill>
                  <a:schemeClr val="dk2"/>
                </a:solidFill>
                <a:latin typeface="Arial"/>
                <a:ea typeface="Arial"/>
                <a:cs typeface="Arial"/>
                <a:sym typeface="Arial"/>
              </a:defRPr>
            </a:lvl4pPr>
            <a:lvl5pPr marR="0" lvl="4" algn="ctr" rtl="0">
              <a:lnSpc>
                <a:spcPct val="107142"/>
              </a:lnSpc>
              <a:spcBef>
                <a:spcPts val="0"/>
              </a:spcBef>
              <a:spcAft>
                <a:spcPts val="0"/>
              </a:spcAft>
              <a:buSzPts val="1100"/>
              <a:buNone/>
              <a:defRPr sz="2100" b="1" i="0" u="none" strike="noStrike" cap="none">
                <a:solidFill>
                  <a:schemeClr val="dk2"/>
                </a:solidFill>
                <a:latin typeface="Arial"/>
                <a:ea typeface="Arial"/>
                <a:cs typeface="Arial"/>
                <a:sym typeface="Arial"/>
              </a:defRPr>
            </a:lvl5pPr>
            <a:lvl6pPr marR="0" lvl="5" algn="ctr" rtl="0">
              <a:lnSpc>
                <a:spcPct val="107142"/>
              </a:lnSpc>
              <a:spcBef>
                <a:spcPts val="0"/>
              </a:spcBef>
              <a:spcAft>
                <a:spcPts val="0"/>
              </a:spcAft>
              <a:buSzPts val="1100"/>
              <a:buNone/>
              <a:defRPr sz="2100" b="1" i="0" u="none" strike="noStrike" cap="none">
                <a:solidFill>
                  <a:schemeClr val="dk2"/>
                </a:solidFill>
                <a:latin typeface="Arial"/>
                <a:ea typeface="Arial"/>
                <a:cs typeface="Arial"/>
                <a:sym typeface="Arial"/>
              </a:defRPr>
            </a:lvl6pPr>
            <a:lvl7pPr marR="0" lvl="6" algn="ctr" rtl="0">
              <a:lnSpc>
                <a:spcPct val="107142"/>
              </a:lnSpc>
              <a:spcBef>
                <a:spcPts val="0"/>
              </a:spcBef>
              <a:spcAft>
                <a:spcPts val="0"/>
              </a:spcAft>
              <a:buSzPts val="1100"/>
              <a:buNone/>
              <a:defRPr sz="2100" b="1" i="0" u="none" strike="noStrike" cap="none">
                <a:solidFill>
                  <a:schemeClr val="dk2"/>
                </a:solidFill>
                <a:latin typeface="Arial"/>
                <a:ea typeface="Arial"/>
                <a:cs typeface="Arial"/>
                <a:sym typeface="Arial"/>
              </a:defRPr>
            </a:lvl7pPr>
            <a:lvl8pPr marR="0" lvl="7" algn="ctr" rtl="0">
              <a:lnSpc>
                <a:spcPct val="107142"/>
              </a:lnSpc>
              <a:spcBef>
                <a:spcPts val="0"/>
              </a:spcBef>
              <a:spcAft>
                <a:spcPts val="0"/>
              </a:spcAft>
              <a:buSzPts val="1100"/>
              <a:buNone/>
              <a:defRPr sz="2100" b="1" i="0" u="none" strike="noStrike" cap="none">
                <a:solidFill>
                  <a:schemeClr val="dk2"/>
                </a:solidFill>
                <a:latin typeface="Arial"/>
                <a:ea typeface="Arial"/>
                <a:cs typeface="Arial"/>
                <a:sym typeface="Arial"/>
              </a:defRPr>
            </a:lvl8pPr>
            <a:lvl9pPr marR="0" lvl="8" algn="ctr" rtl="0">
              <a:lnSpc>
                <a:spcPct val="107142"/>
              </a:lnSpc>
              <a:spcBef>
                <a:spcPts val="0"/>
              </a:spcBef>
              <a:spcAft>
                <a:spcPts val="0"/>
              </a:spcAft>
              <a:buSzPts val="1100"/>
              <a:buNone/>
              <a:defRPr sz="2100" b="1" i="0" u="none" strike="noStrike" cap="none">
                <a:solidFill>
                  <a:schemeClr val="dk2"/>
                </a:solidFill>
                <a:latin typeface="Arial"/>
                <a:ea typeface="Arial"/>
                <a:cs typeface="Arial"/>
                <a:sym typeface="Arial"/>
              </a:defRPr>
            </a:lvl9pPr>
          </a:lstStyle>
          <a:p>
            <a:endParaRPr/>
          </a:p>
        </p:txBody>
      </p:sp>
      <p:sp>
        <p:nvSpPr>
          <p:cNvPr id="126" name="Google Shape;126;p37"/>
          <p:cNvSpPr/>
          <p:nvPr/>
        </p:nvSpPr>
        <p:spPr>
          <a:xfrm rot="10800000" flipH="1">
            <a:off x="228600" y="571501"/>
            <a:ext cx="8686800" cy="34289"/>
          </a:xfrm>
          <a:custGeom>
            <a:avLst/>
            <a:gdLst/>
            <a:ahLst/>
            <a:cxnLst/>
            <a:rect l="l" t="t" r="r" b="b"/>
            <a:pathLst>
              <a:path w="6145" h="1" extrusionOk="0">
                <a:moveTo>
                  <a:pt x="0" y="0"/>
                </a:moveTo>
                <a:lnTo>
                  <a:pt x="6144" y="0"/>
                </a:lnTo>
                <a:lnTo>
                  <a:pt x="0" y="0"/>
                </a:lnTo>
              </a:path>
            </a:pathLst>
          </a:custGeom>
          <a:noFill/>
          <a:ln w="22225" cap="flat" cmpd="sng">
            <a:solidFill>
              <a:schemeClr val="accent2"/>
            </a:solidFill>
            <a:prstDash val="solid"/>
            <a:round/>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37"/>
          <p:cNvSpPr/>
          <p:nvPr/>
        </p:nvSpPr>
        <p:spPr>
          <a:xfrm>
            <a:off x="-315468" y="4922318"/>
            <a:ext cx="1088136" cy="16459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900"/>
              <a:buFont typeface="Arial"/>
              <a:buNone/>
            </a:pPr>
            <a:fld id="{00000000-1234-1234-1234-123412341234}" type="slidenum">
              <a:rPr lang="en" sz="900" b="0" i="0">
                <a:solidFill>
                  <a:schemeClr val="dk1"/>
                </a:solidFill>
                <a:latin typeface="Arial"/>
                <a:ea typeface="Arial"/>
                <a:cs typeface="Arial"/>
                <a:sym typeface="Arial"/>
              </a:rPr>
              <a:t>‹#›</a:t>
            </a:fld>
            <a:endParaRPr sz="500" b="0" i="0">
              <a:solidFill>
                <a:schemeClr val="dk1"/>
              </a:solidFill>
              <a:latin typeface="Arial"/>
              <a:ea typeface="Arial"/>
              <a:cs typeface="Arial"/>
              <a:sym typeface="Arial"/>
            </a:endParaRPr>
          </a:p>
        </p:txBody>
      </p:sp>
      <p:sp>
        <p:nvSpPr>
          <p:cNvPr id="128" name="Google Shape;128;p37"/>
          <p:cNvSpPr/>
          <p:nvPr/>
        </p:nvSpPr>
        <p:spPr>
          <a:xfrm>
            <a:off x="0" y="4857750"/>
            <a:ext cx="9144000" cy="0"/>
          </a:xfrm>
          <a:custGeom>
            <a:avLst/>
            <a:gdLst/>
            <a:ahLst/>
            <a:cxnLst/>
            <a:rect l="l" t="t" r="r" b="b"/>
            <a:pathLst>
              <a:path w="6145" h="1" extrusionOk="0">
                <a:moveTo>
                  <a:pt x="0" y="0"/>
                </a:moveTo>
                <a:lnTo>
                  <a:pt x="6144" y="0"/>
                </a:lnTo>
                <a:lnTo>
                  <a:pt x="0" y="0"/>
                </a:lnTo>
              </a:path>
            </a:pathLst>
          </a:custGeom>
          <a:noFill/>
          <a:ln w="22225" cap="flat" cmpd="sng">
            <a:solidFill>
              <a:schemeClr val="accent2"/>
            </a:solidFill>
            <a:prstDash val="solid"/>
            <a:round/>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800">
              <a:solidFill>
                <a:srgbClr val="800000"/>
              </a:solidFill>
              <a:latin typeface="Arial"/>
              <a:ea typeface="Arial"/>
              <a:cs typeface="Arial"/>
              <a:sym typeface="Arial"/>
            </a:endParaRPr>
          </a:p>
        </p:txBody>
      </p:sp>
      <p:pic>
        <p:nvPicPr>
          <p:cNvPr id="129" name="Google Shape;129;p37" descr="ASU_Horiz_RGB_Digital_MaroonGold.png"/>
          <p:cNvPicPr preferRelativeResize="0"/>
          <p:nvPr/>
        </p:nvPicPr>
        <p:blipFill rotWithShape="1">
          <a:blip r:embed="rId19">
            <a:alphaModFix/>
          </a:blip>
          <a:srcRect l="3728" t="13552" r="59274" b="16226"/>
          <a:stretch/>
        </p:blipFill>
        <p:spPr>
          <a:xfrm>
            <a:off x="7436699" y="4847511"/>
            <a:ext cx="628650" cy="293174"/>
          </a:xfrm>
          <a:prstGeom prst="rect">
            <a:avLst/>
          </a:prstGeom>
          <a:noFill/>
          <a:ln>
            <a:noFill/>
          </a:ln>
        </p:spPr>
      </p:pic>
      <p:pic>
        <p:nvPicPr>
          <p:cNvPr id="3" name="Picture 2">
            <a:extLst>
              <a:ext uri="{FF2B5EF4-FFF2-40B4-BE49-F238E27FC236}">
                <a16:creationId xmlns:a16="http://schemas.microsoft.com/office/drawing/2014/main" id="{D9251153-DE3A-F0C9-A66C-5F7D599EC844}"/>
              </a:ext>
            </a:extLst>
          </p:cNvPr>
          <p:cNvPicPr>
            <a:picLocks noChangeAspect="1"/>
          </p:cNvPicPr>
          <p:nvPr userDrawn="1"/>
        </p:nvPicPr>
        <p:blipFill>
          <a:blip r:embed="rId20"/>
          <a:stretch>
            <a:fillRect/>
          </a:stretch>
        </p:blipFill>
        <p:spPr>
          <a:xfrm>
            <a:off x="8065349" y="4881626"/>
            <a:ext cx="1078651" cy="232650"/>
          </a:xfrm>
          <a:prstGeom prst="rect">
            <a:avLst/>
          </a:prstGeom>
        </p:spPr>
      </p:pic>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7" r:id="rId15"/>
    <p:sldLayoutId id="2147483698" r:id="rId16"/>
    <p:sldLayoutId id="2147483699"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9.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7"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9.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9.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9.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9.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ASU-VDA-Lab/MLCAD25-Contest-Scripts-Benchmarks" TargetMode="External"/><Relationship Id="rId2" Type="http://schemas.openxmlformats.org/officeDocument/2006/relationships/notesSlide" Target="../notesSlides/notesSlide28.xml"/><Relationship Id="rId1" Type="http://schemas.openxmlformats.org/officeDocument/2006/relationships/slideLayout" Target="../slideLayouts/slideLayout19.xml"/><Relationship Id="rId5" Type="http://schemas.openxmlformats.org/officeDocument/2006/relationships/image" Target="../media/image34.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19.xml"/><Relationship Id="rId4" Type="http://schemas.openxmlformats.org/officeDocument/2006/relationships/image" Target="../media/image37.jpeg"/></Relationships>
</file>

<file path=ppt/slides/_rels/slide39.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9.xml"/><Relationship Id="rId1" Type="http://schemas.openxmlformats.org/officeDocument/2006/relationships/slideLayout" Target="../slideLayouts/slideLayout19.xml"/><Relationship Id="rId6" Type="http://schemas.openxmlformats.org/officeDocument/2006/relationships/image" Target="../media/image190.png"/><Relationship Id="rId5" Type="http://schemas.openxmlformats.org/officeDocument/2006/relationships/image" Target="../media/image260.png"/><Relationship Id="rId4" Type="http://schemas.openxmlformats.org/officeDocument/2006/relationships/image" Target="../media/image250.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19.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56"/>
          <p:cNvSpPr txBox="1">
            <a:spLocks noGrp="1"/>
          </p:cNvSpPr>
          <p:nvPr>
            <p:ph type="title"/>
          </p:nvPr>
        </p:nvSpPr>
        <p:spPr>
          <a:xfrm>
            <a:off x="311699" y="1521661"/>
            <a:ext cx="8733977" cy="1196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Font typeface="Arial"/>
              <a:buNone/>
            </a:pPr>
            <a:r>
              <a:rPr lang="en-US" sz="2500" dirty="0">
                <a:highlight>
                  <a:srgbClr val="FFC627"/>
                </a:highlight>
              </a:rPr>
              <a:t>MLCAD 2025 Contest on ReSynthAI: Physical-aware Logic Resynthesis using AI</a:t>
            </a:r>
            <a:endParaRPr sz="2500" dirty="0">
              <a:highlight>
                <a:srgbClr val="FFC627"/>
              </a:highlight>
            </a:endParaRPr>
          </a:p>
        </p:txBody>
      </p:sp>
      <p:sp>
        <p:nvSpPr>
          <p:cNvPr id="203" name="Google Shape;203;p56"/>
          <p:cNvSpPr txBox="1"/>
          <p:nvPr/>
        </p:nvSpPr>
        <p:spPr>
          <a:xfrm>
            <a:off x="420601" y="2643106"/>
            <a:ext cx="8411700" cy="554100"/>
          </a:xfrm>
          <a:prstGeom prst="rect">
            <a:avLst/>
          </a:prstGeom>
          <a:noFill/>
          <a:ln>
            <a:noFill/>
          </a:ln>
        </p:spPr>
        <p:txBody>
          <a:bodyPr spcFirstLastPara="1" wrap="square" lIns="0" tIns="0" rIns="0" bIns="0" anchor="t" anchorCtr="0">
            <a:spAutoFit/>
          </a:bodyPr>
          <a:lstStyle/>
          <a:p>
            <a:pPr lvl="0"/>
            <a:r>
              <a:rPr lang="en-US" sz="1800" b="1" dirty="0">
                <a:solidFill>
                  <a:schemeClr val="accent1"/>
                </a:solidFill>
                <a:highlight>
                  <a:srgbClr val="191919"/>
                </a:highlight>
              </a:rPr>
              <a:t>Vikram Gopalakrishnan</a:t>
            </a:r>
            <a:r>
              <a:rPr lang="en-US" sz="1800" b="1" dirty="0">
                <a:solidFill>
                  <a:srgbClr val="FFFFFF"/>
                </a:solidFill>
                <a:highlight>
                  <a:srgbClr val="191919"/>
                </a:highlight>
              </a:rPr>
              <a:t>, </a:t>
            </a:r>
            <a:r>
              <a:rPr lang="en-US" sz="1800" b="1" dirty="0" err="1">
                <a:solidFill>
                  <a:srgbClr val="FFFFFF"/>
                </a:solidFill>
                <a:highlight>
                  <a:srgbClr val="191919"/>
                </a:highlight>
              </a:rPr>
              <a:t>Atmadip</a:t>
            </a:r>
            <a:r>
              <a:rPr lang="en-US" sz="1800" b="1" dirty="0">
                <a:solidFill>
                  <a:srgbClr val="FFFFFF"/>
                </a:solidFill>
                <a:highlight>
                  <a:srgbClr val="191919"/>
                </a:highlight>
              </a:rPr>
              <a:t> Dey, </a:t>
            </a:r>
            <a:r>
              <a:rPr lang="en-US" sz="1800" b="1" dirty="0" err="1">
                <a:solidFill>
                  <a:srgbClr val="FFFFFF"/>
                </a:solidFill>
                <a:highlight>
                  <a:srgbClr val="191919"/>
                </a:highlight>
              </a:rPr>
              <a:t>Rongjian</a:t>
            </a:r>
            <a:r>
              <a:rPr lang="en-US" sz="1800" b="1" dirty="0">
                <a:solidFill>
                  <a:srgbClr val="FFFFFF"/>
                </a:solidFill>
                <a:highlight>
                  <a:srgbClr val="191919"/>
                </a:highlight>
              </a:rPr>
              <a:t> Liang, Yanqing Zhang, </a:t>
            </a:r>
            <a:r>
              <a:rPr lang="en-US" sz="1800" b="1" dirty="0" err="1">
                <a:solidFill>
                  <a:srgbClr val="FFFFFF"/>
                </a:solidFill>
                <a:highlight>
                  <a:srgbClr val="191919"/>
                </a:highlight>
              </a:rPr>
              <a:t>Haoxing</a:t>
            </a:r>
            <a:r>
              <a:rPr lang="en-US" sz="1800" b="1" dirty="0">
                <a:solidFill>
                  <a:srgbClr val="FFFFFF"/>
                </a:solidFill>
                <a:highlight>
                  <a:srgbClr val="191919"/>
                </a:highlight>
              </a:rPr>
              <a:t> Ren, and Vidya Chhabria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1F5A0F90-09B3-3412-C236-20677CBBD799}"/>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69FFE9F8-50FD-E838-7BF1-1A6045C60608}"/>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 dirty="0"/>
              <a:t>Outline</a:t>
            </a:r>
            <a:endParaRPr dirty="0"/>
          </a:p>
        </p:txBody>
      </p:sp>
      <p:sp>
        <p:nvSpPr>
          <p:cNvPr id="3" name="Google Shape;253;p60">
            <a:extLst>
              <a:ext uri="{FF2B5EF4-FFF2-40B4-BE49-F238E27FC236}">
                <a16:creationId xmlns:a16="http://schemas.microsoft.com/office/drawing/2014/main" id="{55E1545B-E209-EF92-DD08-E2DA858EDDBB}"/>
              </a:ext>
            </a:extLst>
          </p:cNvPr>
          <p:cNvSpPr txBox="1">
            <a:spLocks noGrp="1"/>
          </p:cNvSpPr>
          <p:nvPr>
            <p:ph type="body" idx="1"/>
          </p:nvPr>
        </p:nvSpPr>
        <p:spPr>
          <a:xfrm>
            <a:off x="228625" y="761250"/>
            <a:ext cx="7861016" cy="3415334"/>
          </a:xfrm>
          <a:prstGeom prst="rect">
            <a:avLst/>
          </a:prstGeom>
          <a:noFill/>
          <a:ln>
            <a:noFill/>
          </a:ln>
        </p:spPr>
        <p:txBody>
          <a:bodyPr spcFirstLastPara="1" wrap="square" lIns="68575" tIns="34275" rIns="68575" bIns="34275" anchor="t" anchorCtr="0">
            <a:noAutofit/>
          </a:bodyPr>
          <a:lstStyle/>
          <a:p>
            <a:pPr marL="182880" lvl="0" indent="-182880" algn="l" rtl="0">
              <a:lnSpc>
                <a:spcPct val="150000"/>
              </a:lnSpc>
              <a:spcBef>
                <a:spcPts val="0"/>
              </a:spcBef>
              <a:spcAft>
                <a:spcPts val="0"/>
              </a:spcAft>
              <a:buClr>
                <a:schemeClr val="dk1"/>
              </a:buClr>
              <a:buSzPts val="1500"/>
              <a:buChar char="•"/>
            </a:pPr>
            <a:r>
              <a:rPr lang="en-US" sz="2000" dirty="0">
                <a:solidFill>
                  <a:schemeClr val="accent2"/>
                </a:solidFill>
              </a:rPr>
              <a:t>Motivation and Background</a:t>
            </a:r>
          </a:p>
          <a:p>
            <a:pPr marL="182880" lvl="0" indent="-182880" algn="l" rtl="0">
              <a:lnSpc>
                <a:spcPct val="150000"/>
              </a:lnSpc>
              <a:spcBef>
                <a:spcPts val="0"/>
              </a:spcBef>
              <a:spcAft>
                <a:spcPts val="0"/>
              </a:spcAft>
              <a:buClr>
                <a:schemeClr val="dk1"/>
              </a:buClr>
              <a:buSzPts val="1500"/>
              <a:buChar char="•"/>
            </a:pPr>
            <a:r>
              <a:rPr lang="en-US" sz="2000" b="0" dirty="0">
                <a:solidFill>
                  <a:schemeClr val="tx1"/>
                </a:solidFill>
              </a:rPr>
              <a:t>Problem Description</a:t>
            </a:r>
            <a:endParaRPr sz="2000" b="0" dirty="0">
              <a:solidFill>
                <a:schemeClr val="tx1"/>
              </a:solidFill>
            </a:endParaRPr>
          </a:p>
          <a:p>
            <a:pPr marL="182880" indent="-182880">
              <a:lnSpc>
                <a:spcPct val="150000"/>
              </a:lnSpc>
              <a:spcBef>
                <a:spcPts val="0"/>
              </a:spcBef>
            </a:pPr>
            <a:r>
              <a:rPr lang="en-US" sz="2000" b="0" dirty="0"/>
              <a:t>Benchmarks</a:t>
            </a:r>
          </a:p>
          <a:p>
            <a:pPr marL="182880" lvl="0" indent="-182880">
              <a:lnSpc>
                <a:spcPct val="150000"/>
              </a:lnSpc>
              <a:spcBef>
                <a:spcPts val="0"/>
              </a:spcBef>
            </a:pPr>
            <a:r>
              <a:rPr lang="en-US" sz="2000" b="0" dirty="0"/>
              <a:t>Evaluation Methodology</a:t>
            </a:r>
          </a:p>
          <a:p>
            <a:pPr marL="182880" lvl="0" indent="-182880">
              <a:lnSpc>
                <a:spcPct val="150000"/>
              </a:lnSpc>
              <a:spcBef>
                <a:spcPts val="0"/>
              </a:spcBef>
            </a:pPr>
            <a:r>
              <a:rPr lang="en-US" sz="2000" b="0" i="0" dirty="0">
                <a:solidFill>
                  <a:srgbClr val="222222"/>
                </a:solidFill>
                <a:effectLst/>
                <a:latin typeface="Arial" panose="020B0604020202020204" pitchFamily="34" charset="0"/>
              </a:rPr>
              <a:t>Results</a:t>
            </a:r>
          </a:p>
          <a:p>
            <a:pPr marL="182880" lvl="0" indent="-182880">
              <a:lnSpc>
                <a:spcPct val="150000"/>
              </a:lnSpc>
              <a:spcBef>
                <a:spcPts val="0"/>
              </a:spcBef>
            </a:pPr>
            <a:r>
              <a:rPr lang="en-US" sz="2000" b="0" dirty="0">
                <a:solidFill>
                  <a:srgbClr val="222222"/>
                </a:solidFill>
                <a:latin typeface="Arial" panose="020B0604020202020204" pitchFamily="34" charset="0"/>
              </a:rPr>
              <a:t>Winners</a:t>
            </a:r>
            <a:endParaRPr lang="en-US" sz="2000" b="0" dirty="0"/>
          </a:p>
        </p:txBody>
      </p:sp>
    </p:spTree>
    <p:extLst>
      <p:ext uri="{BB962C8B-B14F-4D97-AF65-F5344CB8AC3E}">
        <p14:creationId xmlns:p14="http://schemas.microsoft.com/office/powerpoint/2010/main" val="1646858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8E76EAC1-0432-EFB3-3508-4835D30E4E1E}"/>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18058782-EE14-6342-834A-DF6B60E2E085}"/>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 dirty="0"/>
              <a:t>Impact of Contests on the EDA Community</a:t>
            </a:r>
            <a:endParaRPr dirty="0"/>
          </a:p>
        </p:txBody>
      </p:sp>
      <p:sp>
        <p:nvSpPr>
          <p:cNvPr id="3" name="Google Shape;253;p60">
            <a:extLst>
              <a:ext uri="{FF2B5EF4-FFF2-40B4-BE49-F238E27FC236}">
                <a16:creationId xmlns:a16="http://schemas.microsoft.com/office/drawing/2014/main" id="{6377A2EC-53BE-3E59-3571-3D3EF7B7C50F}"/>
              </a:ext>
            </a:extLst>
          </p:cNvPr>
          <p:cNvSpPr txBox="1">
            <a:spLocks noGrp="1"/>
          </p:cNvSpPr>
          <p:nvPr>
            <p:ph type="body" idx="1"/>
          </p:nvPr>
        </p:nvSpPr>
        <p:spPr>
          <a:xfrm>
            <a:off x="124115" y="722811"/>
            <a:ext cx="9228886" cy="2926163"/>
          </a:xfrm>
          <a:prstGeom prst="rect">
            <a:avLst/>
          </a:prstGeom>
          <a:noFill/>
          <a:ln>
            <a:noFill/>
          </a:ln>
        </p:spPr>
        <p:txBody>
          <a:bodyPr spcFirstLastPara="1" wrap="square" lIns="68575" tIns="34275" rIns="68575" bIns="34275" anchor="t" anchorCtr="0">
            <a:noAutofit/>
          </a:bodyPr>
          <a:lstStyle/>
          <a:p>
            <a:pPr marL="177800" lvl="0" indent="-171450" rtl="0">
              <a:lnSpc>
                <a:spcPct val="100000"/>
              </a:lnSpc>
              <a:spcBef>
                <a:spcPts val="0"/>
              </a:spcBef>
              <a:spcAft>
                <a:spcPts val="600"/>
              </a:spcAft>
              <a:buClr>
                <a:schemeClr val="dk1"/>
              </a:buClr>
              <a:buSzPts val="1500"/>
              <a:buChar char="•"/>
            </a:pPr>
            <a:r>
              <a:rPr lang="en-US" sz="1800" b="0" dirty="0"/>
              <a:t>Creates well-defined challenging problems.</a:t>
            </a:r>
          </a:p>
          <a:p>
            <a:pPr marL="177800" lvl="0" indent="-171450" rtl="0">
              <a:lnSpc>
                <a:spcPct val="100000"/>
              </a:lnSpc>
              <a:spcBef>
                <a:spcPts val="0"/>
              </a:spcBef>
              <a:spcAft>
                <a:spcPts val="600"/>
              </a:spcAft>
              <a:buClr>
                <a:schemeClr val="dk1"/>
              </a:buClr>
              <a:buSzPts val="1500"/>
              <a:buChar char="•"/>
            </a:pPr>
            <a:r>
              <a:rPr lang="en-US" sz="1800" b="0" dirty="0"/>
              <a:t>Provide standardized benchmarks and evaluation metrics, encouraging reproducibility.</a:t>
            </a:r>
          </a:p>
          <a:p>
            <a:pPr marL="177800" indent="-171450">
              <a:lnSpc>
                <a:spcPct val="100000"/>
              </a:lnSpc>
              <a:spcBef>
                <a:spcPts val="0"/>
              </a:spcBef>
              <a:spcAft>
                <a:spcPts val="600"/>
              </a:spcAft>
            </a:pPr>
            <a:r>
              <a:rPr lang="en-US" sz="1800" b="0" dirty="0"/>
              <a:t>Lowers the barrier to entry for non-experts.</a:t>
            </a:r>
          </a:p>
          <a:p>
            <a:pPr marL="177800" lvl="0" indent="-171450" rtl="0">
              <a:lnSpc>
                <a:spcPct val="100000"/>
              </a:lnSpc>
              <a:spcBef>
                <a:spcPts val="0"/>
              </a:spcBef>
              <a:spcAft>
                <a:spcPts val="600"/>
              </a:spcAft>
              <a:buClr>
                <a:schemeClr val="dk1"/>
              </a:buClr>
              <a:buSzPts val="1500"/>
              <a:buChar char="•"/>
            </a:pPr>
            <a:r>
              <a:rPr lang="en-US" sz="1800" b="0" dirty="0"/>
              <a:t>Drive collaboration between academia and industry.</a:t>
            </a:r>
          </a:p>
        </p:txBody>
      </p:sp>
      <p:sp>
        <p:nvSpPr>
          <p:cNvPr id="11" name="TextBox 10">
            <a:extLst>
              <a:ext uri="{FF2B5EF4-FFF2-40B4-BE49-F238E27FC236}">
                <a16:creationId xmlns:a16="http://schemas.microsoft.com/office/drawing/2014/main" id="{DC7979B0-6D4C-3A7C-41D4-0928E763126D}"/>
              </a:ext>
            </a:extLst>
          </p:cNvPr>
          <p:cNvSpPr txBox="1"/>
          <p:nvPr/>
        </p:nvSpPr>
        <p:spPr>
          <a:xfrm>
            <a:off x="228599" y="4634364"/>
            <a:ext cx="7234647" cy="215444"/>
          </a:xfrm>
          <a:prstGeom prst="rect">
            <a:avLst/>
          </a:prstGeom>
          <a:noFill/>
        </p:spPr>
        <p:txBody>
          <a:bodyPr wrap="square" rtlCol="0">
            <a:spAutoFit/>
          </a:bodyPr>
          <a:lstStyle/>
          <a:p>
            <a:r>
              <a:rPr lang="en-US" sz="800" dirty="0"/>
              <a:t>Picture credit: ISPD 2025 talk on “Mapping Two Decades of Innovation: Lessons from 25 Years of ISPD Research", Dr. Matthew </a:t>
            </a:r>
            <a:r>
              <a:rPr lang="en-US" sz="800" dirty="0" err="1"/>
              <a:t>Guthaus</a:t>
            </a:r>
            <a:r>
              <a:rPr lang="en-US" sz="800" dirty="0"/>
              <a:t> (UCSC) </a:t>
            </a:r>
          </a:p>
        </p:txBody>
      </p:sp>
      <p:grpSp>
        <p:nvGrpSpPr>
          <p:cNvPr id="12" name="Group 11">
            <a:extLst>
              <a:ext uri="{FF2B5EF4-FFF2-40B4-BE49-F238E27FC236}">
                <a16:creationId xmlns:a16="http://schemas.microsoft.com/office/drawing/2014/main" id="{10548D54-5F2C-92C2-6760-6D94F19C9921}"/>
              </a:ext>
            </a:extLst>
          </p:cNvPr>
          <p:cNvGrpSpPr/>
          <p:nvPr/>
        </p:nvGrpSpPr>
        <p:grpSpPr>
          <a:xfrm>
            <a:off x="1254162" y="2401539"/>
            <a:ext cx="6635676" cy="1878727"/>
            <a:chOff x="1434436" y="2531723"/>
            <a:chExt cx="6352769" cy="1737445"/>
          </a:xfrm>
        </p:grpSpPr>
        <p:pic>
          <p:nvPicPr>
            <p:cNvPr id="6" name="Picture 5">
              <a:extLst>
                <a:ext uri="{FF2B5EF4-FFF2-40B4-BE49-F238E27FC236}">
                  <a16:creationId xmlns:a16="http://schemas.microsoft.com/office/drawing/2014/main" id="{7CAAF5E6-BE08-7C6A-E282-3FA0AA8A2D4E}"/>
                </a:ext>
              </a:extLst>
            </p:cNvPr>
            <p:cNvPicPr>
              <a:picLocks noChangeAspect="1"/>
            </p:cNvPicPr>
            <p:nvPr/>
          </p:nvPicPr>
          <p:blipFill>
            <a:blip r:embed="rId3"/>
            <a:srcRect b="11621"/>
            <a:stretch>
              <a:fillRect/>
            </a:stretch>
          </p:blipFill>
          <p:spPr>
            <a:xfrm>
              <a:off x="1434436" y="2531723"/>
              <a:ext cx="1965886" cy="1737445"/>
            </a:xfrm>
            <a:prstGeom prst="rect">
              <a:avLst/>
            </a:prstGeom>
          </p:spPr>
        </p:pic>
        <p:pic>
          <p:nvPicPr>
            <p:cNvPr id="8" name="Picture 7">
              <a:extLst>
                <a:ext uri="{FF2B5EF4-FFF2-40B4-BE49-F238E27FC236}">
                  <a16:creationId xmlns:a16="http://schemas.microsoft.com/office/drawing/2014/main" id="{5FF8E639-6636-62DA-E149-82CCB78C2E90}"/>
                </a:ext>
              </a:extLst>
            </p:cNvPr>
            <p:cNvPicPr>
              <a:picLocks noChangeAspect="1"/>
            </p:cNvPicPr>
            <p:nvPr/>
          </p:nvPicPr>
          <p:blipFill>
            <a:blip r:embed="rId4"/>
            <a:srcRect b="12245"/>
            <a:stretch>
              <a:fillRect/>
            </a:stretch>
          </p:blipFill>
          <p:spPr>
            <a:xfrm>
              <a:off x="3419989" y="2561118"/>
              <a:ext cx="2138706" cy="1708050"/>
            </a:xfrm>
            <a:prstGeom prst="rect">
              <a:avLst/>
            </a:prstGeom>
          </p:spPr>
        </p:pic>
        <p:pic>
          <p:nvPicPr>
            <p:cNvPr id="10" name="Picture 9">
              <a:extLst>
                <a:ext uri="{FF2B5EF4-FFF2-40B4-BE49-F238E27FC236}">
                  <a16:creationId xmlns:a16="http://schemas.microsoft.com/office/drawing/2014/main" id="{881ED6AF-205D-AFB2-865F-C1E5E2A18F14}"/>
                </a:ext>
              </a:extLst>
            </p:cNvPr>
            <p:cNvPicPr>
              <a:picLocks noChangeAspect="1"/>
            </p:cNvPicPr>
            <p:nvPr/>
          </p:nvPicPr>
          <p:blipFill>
            <a:blip r:embed="rId5"/>
            <a:srcRect b="6432"/>
            <a:stretch>
              <a:fillRect/>
            </a:stretch>
          </p:blipFill>
          <p:spPr>
            <a:xfrm>
              <a:off x="5648499" y="2554279"/>
              <a:ext cx="2138706" cy="1708050"/>
            </a:xfrm>
            <a:prstGeom prst="rect">
              <a:avLst/>
            </a:prstGeom>
          </p:spPr>
        </p:pic>
      </p:grpSp>
      <p:sp>
        <p:nvSpPr>
          <p:cNvPr id="13" name="TextBox 12">
            <a:extLst>
              <a:ext uri="{FF2B5EF4-FFF2-40B4-BE49-F238E27FC236}">
                <a16:creationId xmlns:a16="http://schemas.microsoft.com/office/drawing/2014/main" id="{795873AD-069D-CAC5-9AE7-3F1A5541BEC1}"/>
              </a:ext>
            </a:extLst>
          </p:cNvPr>
          <p:cNvSpPr txBox="1"/>
          <p:nvPr/>
        </p:nvSpPr>
        <p:spPr>
          <a:xfrm>
            <a:off x="6257895" y="4272871"/>
            <a:ext cx="915635" cy="276999"/>
          </a:xfrm>
          <a:prstGeom prst="rect">
            <a:avLst/>
          </a:prstGeom>
          <a:noFill/>
        </p:spPr>
        <p:txBody>
          <a:bodyPr wrap="none" rtlCol="0">
            <a:spAutoFit/>
          </a:bodyPr>
          <a:lstStyle/>
          <a:p>
            <a:r>
              <a:rPr lang="en-US" sz="1200" dirty="0"/>
              <a:t>2015-2019</a:t>
            </a:r>
          </a:p>
        </p:txBody>
      </p:sp>
      <p:sp>
        <p:nvSpPr>
          <p:cNvPr id="14" name="TextBox 13">
            <a:extLst>
              <a:ext uri="{FF2B5EF4-FFF2-40B4-BE49-F238E27FC236}">
                <a16:creationId xmlns:a16="http://schemas.microsoft.com/office/drawing/2014/main" id="{754899D1-3CAE-8A6D-7AD5-4B8E75D08B04}"/>
              </a:ext>
            </a:extLst>
          </p:cNvPr>
          <p:cNvSpPr txBox="1"/>
          <p:nvPr/>
        </p:nvSpPr>
        <p:spPr>
          <a:xfrm>
            <a:off x="4037982" y="4272707"/>
            <a:ext cx="915635" cy="276999"/>
          </a:xfrm>
          <a:prstGeom prst="rect">
            <a:avLst/>
          </a:prstGeom>
          <a:noFill/>
        </p:spPr>
        <p:txBody>
          <a:bodyPr wrap="none" rtlCol="0">
            <a:spAutoFit/>
          </a:bodyPr>
          <a:lstStyle/>
          <a:p>
            <a:r>
              <a:rPr lang="en-US" sz="1200" dirty="0"/>
              <a:t>2010-2014</a:t>
            </a:r>
          </a:p>
        </p:txBody>
      </p:sp>
      <p:sp>
        <p:nvSpPr>
          <p:cNvPr id="15" name="TextBox 14">
            <a:extLst>
              <a:ext uri="{FF2B5EF4-FFF2-40B4-BE49-F238E27FC236}">
                <a16:creationId xmlns:a16="http://schemas.microsoft.com/office/drawing/2014/main" id="{9C7779DB-E8E4-D77A-1B2D-CD82CB69BAB6}"/>
              </a:ext>
            </a:extLst>
          </p:cNvPr>
          <p:cNvSpPr txBox="1"/>
          <p:nvPr/>
        </p:nvSpPr>
        <p:spPr>
          <a:xfrm>
            <a:off x="1784960" y="4272706"/>
            <a:ext cx="915635" cy="276999"/>
          </a:xfrm>
          <a:prstGeom prst="rect">
            <a:avLst/>
          </a:prstGeom>
          <a:noFill/>
        </p:spPr>
        <p:txBody>
          <a:bodyPr wrap="none" rtlCol="0">
            <a:spAutoFit/>
          </a:bodyPr>
          <a:lstStyle/>
          <a:p>
            <a:r>
              <a:rPr lang="en-US" sz="1200" dirty="0"/>
              <a:t>2005-2009</a:t>
            </a:r>
          </a:p>
        </p:txBody>
      </p:sp>
      <p:sp>
        <p:nvSpPr>
          <p:cNvPr id="16" name="TextBox 15">
            <a:extLst>
              <a:ext uri="{FF2B5EF4-FFF2-40B4-BE49-F238E27FC236}">
                <a16:creationId xmlns:a16="http://schemas.microsoft.com/office/drawing/2014/main" id="{39DA8D1B-62BB-6458-15A5-56F00BF92193}"/>
              </a:ext>
            </a:extLst>
          </p:cNvPr>
          <p:cNvSpPr txBox="1"/>
          <p:nvPr/>
        </p:nvSpPr>
        <p:spPr>
          <a:xfrm>
            <a:off x="7035046" y="2010430"/>
            <a:ext cx="1984839" cy="276999"/>
          </a:xfrm>
          <a:prstGeom prst="rect">
            <a:avLst/>
          </a:prstGeom>
          <a:noFill/>
        </p:spPr>
        <p:txBody>
          <a:bodyPr wrap="none" rtlCol="0">
            <a:spAutoFit/>
          </a:bodyPr>
          <a:lstStyle/>
          <a:p>
            <a:r>
              <a:rPr lang="en-US" sz="1200" b="1" dirty="0">
                <a:solidFill>
                  <a:srgbClr val="FF0000"/>
                </a:solidFill>
              </a:rPr>
              <a:t>Contests drive research!</a:t>
            </a:r>
          </a:p>
        </p:txBody>
      </p:sp>
      <p:sp>
        <p:nvSpPr>
          <p:cNvPr id="17" name="TextBox 16">
            <a:extLst>
              <a:ext uri="{FF2B5EF4-FFF2-40B4-BE49-F238E27FC236}">
                <a16:creationId xmlns:a16="http://schemas.microsoft.com/office/drawing/2014/main" id="{9D427DF1-0610-DD9F-1525-6C630D7F87D2}"/>
              </a:ext>
            </a:extLst>
          </p:cNvPr>
          <p:cNvSpPr txBox="1"/>
          <p:nvPr/>
        </p:nvSpPr>
        <p:spPr>
          <a:xfrm>
            <a:off x="1121137" y="2124540"/>
            <a:ext cx="2404826" cy="276999"/>
          </a:xfrm>
          <a:prstGeom prst="rect">
            <a:avLst/>
          </a:prstGeom>
          <a:noFill/>
        </p:spPr>
        <p:txBody>
          <a:bodyPr wrap="none" rtlCol="0">
            <a:spAutoFit/>
          </a:bodyPr>
          <a:lstStyle/>
          <a:p>
            <a:r>
              <a:rPr lang="en-US" sz="1200" dirty="0">
                <a:solidFill>
                  <a:schemeClr val="tx1"/>
                </a:solidFill>
              </a:rPr>
              <a:t>ISPD 05/06 – Placement contest</a:t>
            </a:r>
          </a:p>
        </p:txBody>
      </p:sp>
      <p:sp>
        <p:nvSpPr>
          <p:cNvPr id="18" name="TextBox 17">
            <a:extLst>
              <a:ext uri="{FF2B5EF4-FFF2-40B4-BE49-F238E27FC236}">
                <a16:creationId xmlns:a16="http://schemas.microsoft.com/office/drawing/2014/main" id="{8E0E79F2-3C26-7941-36E4-96C437E8C2E3}"/>
              </a:ext>
            </a:extLst>
          </p:cNvPr>
          <p:cNvSpPr txBox="1"/>
          <p:nvPr/>
        </p:nvSpPr>
        <p:spPr>
          <a:xfrm>
            <a:off x="4086012" y="2148930"/>
            <a:ext cx="2207656" cy="276999"/>
          </a:xfrm>
          <a:prstGeom prst="rect">
            <a:avLst/>
          </a:prstGeom>
          <a:noFill/>
        </p:spPr>
        <p:txBody>
          <a:bodyPr wrap="none" rtlCol="0">
            <a:spAutoFit/>
          </a:bodyPr>
          <a:lstStyle/>
          <a:p>
            <a:r>
              <a:rPr lang="en-US" sz="1200" dirty="0">
                <a:solidFill>
                  <a:schemeClr val="tx1"/>
                </a:solidFill>
              </a:rPr>
              <a:t>ISPD 07/08 – Routing contest</a:t>
            </a:r>
          </a:p>
        </p:txBody>
      </p:sp>
    </p:spTree>
    <p:extLst>
      <p:ext uri="{BB962C8B-B14F-4D97-AF65-F5344CB8AC3E}">
        <p14:creationId xmlns:p14="http://schemas.microsoft.com/office/powerpoint/2010/main" val="786374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8A3AFE8A-D7A9-5E4F-07FE-4583FB4F826F}"/>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21841F2A-5307-9A67-4C06-3D724C06FF9C}"/>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 dirty="0"/>
              <a:t>Motivation for Physical-aware Logic Resynthesis</a:t>
            </a:r>
            <a:endParaRPr dirty="0"/>
          </a:p>
        </p:txBody>
      </p:sp>
      <p:sp>
        <p:nvSpPr>
          <p:cNvPr id="3" name="Google Shape;253;p60">
            <a:extLst>
              <a:ext uri="{FF2B5EF4-FFF2-40B4-BE49-F238E27FC236}">
                <a16:creationId xmlns:a16="http://schemas.microsoft.com/office/drawing/2014/main" id="{5623E337-6D4F-0735-7925-906E7725D97A}"/>
              </a:ext>
            </a:extLst>
          </p:cNvPr>
          <p:cNvSpPr txBox="1">
            <a:spLocks noGrp="1"/>
          </p:cNvSpPr>
          <p:nvPr>
            <p:ph type="body" idx="1"/>
          </p:nvPr>
        </p:nvSpPr>
        <p:spPr>
          <a:xfrm>
            <a:off x="228623" y="722811"/>
            <a:ext cx="8810873" cy="2926163"/>
          </a:xfrm>
          <a:prstGeom prst="rect">
            <a:avLst/>
          </a:prstGeom>
          <a:noFill/>
          <a:ln>
            <a:noFill/>
          </a:ln>
        </p:spPr>
        <p:txBody>
          <a:bodyPr spcFirstLastPara="1" wrap="square" lIns="68575" tIns="34275" rIns="68575" bIns="34275" anchor="t" anchorCtr="0">
            <a:noAutofit/>
          </a:bodyPr>
          <a:lstStyle/>
          <a:p>
            <a:pPr marL="6350" lvl="0" indent="0" rtl="0">
              <a:lnSpc>
                <a:spcPct val="100000"/>
              </a:lnSpc>
              <a:spcBef>
                <a:spcPts val="0"/>
              </a:spcBef>
              <a:spcAft>
                <a:spcPts val="600"/>
              </a:spcAft>
              <a:buClr>
                <a:schemeClr val="dk1"/>
              </a:buClr>
              <a:buSzPts val="1500"/>
              <a:buNone/>
            </a:pPr>
            <a:r>
              <a:rPr lang="en-US" sz="1800" dirty="0"/>
              <a:t>Challenges in logic optimization:</a:t>
            </a:r>
            <a:endParaRPr lang="en-US" sz="1800" b="0" dirty="0">
              <a:solidFill>
                <a:schemeClr val="accent2"/>
              </a:solidFill>
            </a:endParaRPr>
          </a:p>
          <a:p>
            <a:pPr marL="177800" lvl="0" indent="-171450">
              <a:lnSpc>
                <a:spcPct val="100000"/>
              </a:lnSpc>
              <a:spcBef>
                <a:spcPts val="0"/>
              </a:spcBef>
              <a:spcAft>
                <a:spcPts val="600"/>
              </a:spcAft>
            </a:pPr>
            <a:r>
              <a:rPr lang="en-US" sz="1800" b="0" dirty="0"/>
              <a:t>Logic optimization is often optimistic, missing parasitic, and congestion information.</a:t>
            </a:r>
          </a:p>
          <a:p>
            <a:pPr marL="177800" indent="-171450">
              <a:lnSpc>
                <a:spcPct val="100000"/>
              </a:lnSpc>
              <a:spcBef>
                <a:spcPts val="0"/>
              </a:spcBef>
              <a:spcAft>
                <a:spcPts val="600"/>
              </a:spcAft>
            </a:pPr>
            <a:r>
              <a:rPr lang="en-US" sz="1800" b="0" dirty="0"/>
              <a:t>Fixing violations early in synthesis avoids costly downstream ECO loops.</a:t>
            </a:r>
          </a:p>
          <a:p>
            <a:pPr marL="177800" lvl="0" indent="-171450">
              <a:lnSpc>
                <a:spcPct val="100000"/>
              </a:lnSpc>
              <a:spcBef>
                <a:spcPts val="0"/>
              </a:spcBef>
              <a:spcAft>
                <a:spcPts val="600"/>
              </a:spcAft>
            </a:pPr>
            <a:r>
              <a:rPr lang="en-US" sz="1800" b="0" dirty="0"/>
              <a:t>Physical-awareness produces robust designs for faster PPA closure.</a:t>
            </a:r>
          </a:p>
          <a:p>
            <a:pPr marL="6350" indent="0">
              <a:lnSpc>
                <a:spcPct val="100000"/>
              </a:lnSpc>
              <a:spcBef>
                <a:spcPts val="0"/>
              </a:spcBef>
              <a:spcAft>
                <a:spcPts val="600"/>
              </a:spcAft>
              <a:buNone/>
            </a:pPr>
            <a:r>
              <a:rPr lang="en-US" sz="1800" dirty="0"/>
              <a:t>Contest focus and flow:</a:t>
            </a:r>
            <a:endParaRPr lang="en-US" sz="1800" b="0" dirty="0">
              <a:solidFill>
                <a:schemeClr val="accent2"/>
              </a:solidFill>
            </a:endParaRPr>
          </a:p>
          <a:p>
            <a:pPr marL="6350" lvl="0" indent="0">
              <a:lnSpc>
                <a:spcPct val="100000"/>
              </a:lnSpc>
              <a:spcBef>
                <a:spcPts val="0"/>
              </a:spcBef>
              <a:spcAft>
                <a:spcPts val="600"/>
              </a:spcAft>
              <a:buNone/>
            </a:pPr>
            <a:endParaRPr lang="en-US" sz="1800" b="0" dirty="0"/>
          </a:p>
        </p:txBody>
      </p:sp>
      <p:pic>
        <p:nvPicPr>
          <p:cNvPr id="2" name="Picture 1" descr="A diagram of a process">
            <a:extLst>
              <a:ext uri="{FF2B5EF4-FFF2-40B4-BE49-F238E27FC236}">
                <a16:creationId xmlns:a16="http://schemas.microsoft.com/office/drawing/2014/main" id="{ADFC8A0C-04F8-C593-9295-5E9F23B670E9}"/>
              </a:ext>
            </a:extLst>
          </p:cNvPr>
          <p:cNvPicPr>
            <a:picLocks noChangeAspect="1"/>
          </p:cNvPicPr>
          <p:nvPr/>
        </p:nvPicPr>
        <p:blipFill>
          <a:blip r:embed="rId3"/>
          <a:srcRect t="8428" b="5393"/>
          <a:stretch>
            <a:fillRect/>
          </a:stretch>
        </p:blipFill>
        <p:spPr>
          <a:xfrm>
            <a:off x="1471612" y="2499782"/>
            <a:ext cx="6200775" cy="2298383"/>
          </a:xfrm>
          <a:prstGeom prst="rect">
            <a:avLst/>
          </a:prstGeom>
        </p:spPr>
      </p:pic>
    </p:spTree>
    <p:extLst>
      <p:ext uri="{BB962C8B-B14F-4D97-AF65-F5344CB8AC3E}">
        <p14:creationId xmlns:p14="http://schemas.microsoft.com/office/powerpoint/2010/main" val="19139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6F21E238-18F0-823A-765F-8FDB1834C56F}"/>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571AA2A3-20D2-FFF5-480B-17B3F3513937}"/>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lvl="0">
              <a:lnSpc>
                <a:spcPct val="87500"/>
              </a:lnSpc>
            </a:pPr>
            <a:r>
              <a:rPr lang="en" dirty="0"/>
              <a:t>Physical-aware Logic Resynthesis Challenges</a:t>
            </a:r>
            <a:endParaRPr dirty="0"/>
          </a:p>
        </p:txBody>
      </p:sp>
      <p:sp>
        <p:nvSpPr>
          <p:cNvPr id="3" name="Google Shape;253;p60">
            <a:extLst>
              <a:ext uri="{FF2B5EF4-FFF2-40B4-BE49-F238E27FC236}">
                <a16:creationId xmlns:a16="http://schemas.microsoft.com/office/drawing/2014/main" id="{5342E398-1F1F-D63B-1819-F65F2E87BB8B}"/>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00000"/>
              </a:lnSpc>
              <a:spcBef>
                <a:spcPts val="0"/>
              </a:spcBef>
              <a:spcAft>
                <a:spcPts val="600"/>
              </a:spcAft>
              <a:buClr>
                <a:schemeClr val="dk1"/>
              </a:buClr>
              <a:buSzPts val="1500"/>
              <a:buChar char="•"/>
            </a:pPr>
            <a:r>
              <a:rPr lang="en-US" sz="1600" b="0" dirty="0"/>
              <a:t>Find a suitable timing optimization transformation for each timing path.</a:t>
            </a:r>
            <a:endParaRPr lang="en-US" sz="1600" b="0" dirty="0">
              <a:solidFill>
                <a:schemeClr val="accent2"/>
              </a:solidFill>
            </a:endParaRPr>
          </a:p>
          <a:p>
            <a:pPr marL="177800" lvl="0" indent="-171450">
              <a:lnSpc>
                <a:spcPct val="100000"/>
              </a:lnSpc>
              <a:spcAft>
                <a:spcPts val="600"/>
              </a:spcAft>
            </a:pPr>
            <a:r>
              <a:rPr lang="en-US" sz="1600" b="0" dirty="0"/>
              <a:t>The chosen transformation should improve post-PNR timing metrics while having minimal effect on congestion and power.</a:t>
            </a:r>
          </a:p>
          <a:p>
            <a:pPr marL="177800" lvl="0" indent="-171450">
              <a:lnSpc>
                <a:spcPct val="100000"/>
              </a:lnSpc>
              <a:spcAft>
                <a:spcPts val="600"/>
              </a:spcAft>
            </a:pPr>
            <a:r>
              <a:rPr lang="en-US" sz="1600" i="0" dirty="0">
                <a:solidFill>
                  <a:schemeClr val="accent2"/>
                </a:solidFill>
                <a:effectLst/>
                <a:latin typeface="Arial" panose="020B0604020202020204" pitchFamily="34" charset="0"/>
              </a:rPr>
              <a:t>Challenges</a:t>
            </a:r>
            <a:r>
              <a:rPr lang="en-US" sz="1600" dirty="0">
                <a:solidFill>
                  <a:schemeClr val="accent2"/>
                </a:solidFill>
              </a:rPr>
              <a:t>:</a:t>
            </a:r>
          </a:p>
          <a:p>
            <a:pPr marL="365760" lvl="1" indent="-171450">
              <a:lnSpc>
                <a:spcPct val="100000"/>
              </a:lnSpc>
              <a:spcBef>
                <a:spcPts val="0"/>
              </a:spcBef>
              <a:spcAft>
                <a:spcPts val="600"/>
              </a:spcAft>
              <a:buSzPts val="1500"/>
              <a:buChar char="•"/>
            </a:pPr>
            <a:r>
              <a:rPr lang="en-US" sz="1500" dirty="0">
                <a:solidFill>
                  <a:schemeClr val="accent2"/>
                </a:solidFill>
              </a:rPr>
              <a:t>Multiple transformations to consider</a:t>
            </a:r>
          </a:p>
          <a:p>
            <a:pPr marL="365760" lvl="1" indent="-171450">
              <a:lnSpc>
                <a:spcPct val="100000"/>
              </a:lnSpc>
              <a:spcBef>
                <a:spcPts val="0"/>
              </a:spcBef>
              <a:spcAft>
                <a:spcPts val="600"/>
              </a:spcAft>
              <a:buSzPts val="1500"/>
              <a:buChar char="•"/>
            </a:pPr>
            <a:r>
              <a:rPr lang="en-US" sz="1500" dirty="0">
                <a:solidFill>
                  <a:schemeClr val="accent2"/>
                </a:solidFill>
              </a:rPr>
              <a:t>Logical equivalence requirement</a:t>
            </a:r>
          </a:p>
          <a:p>
            <a:pPr marL="365760" lvl="1" indent="-171450">
              <a:lnSpc>
                <a:spcPct val="100000"/>
              </a:lnSpc>
              <a:spcBef>
                <a:spcPts val="0"/>
              </a:spcBef>
              <a:spcAft>
                <a:spcPts val="600"/>
              </a:spcAft>
              <a:buSzPts val="1500"/>
              <a:buChar char="•"/>
            </a:pPr>
            <a:r>
              <a:rPr lang="en-US" sz="1500" dirty="0">
                <a:solidFill>
                  <a:schemeClr val="accent2"/>
                </a:solidFill>
              </a:rPr>
              <a:t>Non-convex characteristics of delay models</a:t>
            </a:r>
          </a:p>
          <a:p>
            <a:pPr marL="365760" lvl="1" indent="-171450">
              <a:lnSpc>
                <a:spcPct val="100000"/>
              </a:lnSpc>
              <a:spcBef>
                <a:spcPts val="0"/>
              </a:spcBef>
              <a:spcAft>
                <a:spcPts val="600"/>
              </a:spcAft>
              <a:buSzPts val="1500"/>
              <a:buChar char="•"/>
            </a:pPr>
            <a:r>
              <a:rPr lang="en-US" sz="1500" i="0" dirty="0">
                <a:solidFill>
                  <a:schemeClr val="accent2"/>
                </a:solidFill>
                <a:effectLst/>
                <a:latin typeface="Arial" panose="020B0604020202020204" pitchFamily="34" charset="0"/>
              </a:rPr>
              <a:t>Large number of near-critical paths</a:t>
            </a:r>
          </a:p>
          <a:p>
            <a:pPr marL="365760" lvl="1" indent="-171450">
              <a:lnSpc>
                <a:spcPct val="100000"/>
              </a:lnSpc>
              <a:spcBef>
                <a:spcPts val="0"/>
              </a:spcBef>
              <a:spcAft>
                <a:spcPts val="600"/>
              </a:spcAft>
              <a:buSzPts val="1500"/>
              <a:buChar char="•"/>
            </a:pPr>
            <a:r>
              <a:rPr lang="en-US" sz="1500" dirty="0">
                <a:solidFill>
                  <a:schemeClr val="accent2"/>
                </a:solidFill>
              </a:rPr>
              <a:t>Tradeoff between power and timing</a:t>
            </a:r>
          </a:p>
          <a:p>
            <a:pPr marL="177800" indent="-171450">
              <a:lnSpc>
                <a:spcPct val="100000"/>
              </a:lnSpc>
              <a:spcBef>
                <a:spcPts val="0"/>
              </a:spcBef>
              <a:spcAft>
                <a:spcPts val="600"/>
              </a:spcAft>
            </a:pPr>
            <a:endParaRPr lang="en-US" sz="1600" b="0" dirty="0"/>
          </a:p>
        </p:txBody>
      </p:sp>
      <p:pic>
        <p:nvPicPr>
          <p:cNvPr id="4" name="Picture 3" descr="A diagram of a complex process&#10;&#10;AI-generated content may be incorrect.">
            <a:extLst>
              <a:ext uri="{FF2B5EF4-FFF2-40B4-BE49-F238E27FC236}">
                <a16:creationId xmlns:a16="http://schemas.microsoft.com/office/drawing/2014/main" id="{93FABC21-8AA7-8E1D-1488-667BEDAE25BB}"/>
              </a:ext>
            </a:extLst>
          </p:cNvPr>
          <p:cNvPicPr>
            <a:picLocks noChangeAspect="1"/>
          </p:cNvPicPr>
          <p:nvPr/>
        </p:nvPicPr>
        <p:blipFill>
          <a:blip r:embed="rId3"/>
          <a:srcRect l="2765" r="46196" b="49572"/>
          <a:stretch>
            <a:fillRect/>
          </a:stretch>
        </p:blipFill>
        <p:spPr>
          <a:xfrm>
            <a:off x="4807132" y="2127483"/>
            <a:ext cx="2250894" cy="1282468"/>
          </a:xfrm>
          <a:prstGeom prst="rect">
            <a:avLst/>
          </a:prstGeom>
        </p:spPr>
      </p:pic>
      <p:pic>
        <p:nvPicPr>
          <p:cNvPr id="2" name="Picture 1" descr="A diagram of a complex process&#10;&#10;AI-generated content may be incorrect.">
            <a:extLst>
              <a:ext uri="{FF2B5EF4-FFF2-40B4-BE49-F238E27FC236}">
                <a16:creationId xmlns:a16="http://schemas.microsoft.com/office/drawing/2014/main" id="{F38E0EB6-9684-4669-0EAB-FE71FDC984D9}"/>
              </a:ext>
            </a:extLst>
          </p:cNvPr>
          <p:cNvPicPr>
            <a:picLocks noChangeAspect="1"/>
          </p:cNvPicPr>
          <p:nvPr/>
        </p:nvPicPr>
        <p:blipFill>
          <a:blip r:embed="rId3"/>
          <a:srcRect l="53805" b="63430"/>
          <a:stretch>
            <a:fillRect/>
          </a:stretch>
        </p:blipFill>
        <p:spPr>
          <a:xfrm>
            <a:off x="7058026" y="2127482"/>
            <a:ext cx="2037266" cy="930043"/>
          </a:xfrm>
          <a:prstGeom prst="rect">
            <a:avLst/>
          </a:prstGeom>
        </p:spPr>
      </p:pic>
      <p:pic>
        <p:nvPicPr>
          <p:cNvPr id="5" name="Picture 4" descr="A diagram of a complex process&#10;&#10;AI-generated content may be incorrect.">
            <a:extLst>
              <a:ext uri="{FF2B5EF4-FFF2-40B4-BE49-F238E27FC236}">
                <a16:creationId xmlns:a16="http://schemas.microsoft.com/office/drawing/2014/main" id="{AB57A503-8AB1-1913-C242-98E4C53B14EF}"/>
              </a:ext>
            </a:extLst>
          </p:cNvPr>
          <p:cNvPicPr>
            <a:picLocks noChangeAspect="1"/>
          </p:cNvPicPr>
          <p:nvPr/>
        </p:nvPicPr>
        <p:blipFill>
          <a:blip r:embed="rId3"/>
          <a:srcRect l="2765" t="50428" r="46196"/>
          <a:stretch>
            <a:fillRect/>
          </a:stretch>
        </p:blipFill>
        <p:spPr>
          <a:xfrm>
            <a:off x="4807132" y="3409951"/>
            <a:ext cx="2250894" cy="1260706"/>
          </a:xfrm>
          <a:prstGeom prst="rect">
            <a:avLst/>
          </a:prstGeom>
        </p:spPr>
      </p:pic>
      <p:pic>
        <p:nvPicPr>
          <p:cNvPr id="6" name="Picture 5" descr="A diagram of a complex process&#10;&#10;AI-generated content may be incorrect.">
            <a:extLst>
              <a:ext uri="{FF2B5EF4-FFF2-40B4-BE49-F238E27FC236}">
                <a16:creationId xmlns:a16="http://schemas.microsoft.com/office/drawing/2014/main" id="{4811301F-652E-B1A0-5A2B-0550C92370C0}"/>
              </a:ext>
            </a:extLst>
          </p:cNvPr>
          <p:cNvPicPr>
            <a:picLocks noChangeAspect="1"/>
          </p:cNvPicPr>
          <p:nvPr/>
        </p:nvPicPr>
        <p:blipFill>
          <a:blip r:embed="rId3"/>
          <a:srcRect l="53805" t="36570" b="30097"/>
          <a:stretch>
            <a:fillRect/>
          </a:stretch>
        </p:blipFill>
        <p:spPr>
          <a:xfrm>
            <a:off x="7058026" y="3057525"/>
            <a:ext cx="2037266" cy="847725"/>
          </a:xfrm>
          <a:prstGeom prst="rect">
            <a:avLst/>
          </a:prstGeom>
        </p:spPr>
      </p:pic>
      <p:pic>
        <p:nvPicPr>
          <p:cNvPr id="7" name="Picture 6" descr="A diagram of a complex process&#10;&#10;AI-generated content may be incorrect.">
            <a:extLst>
              <a:ext uri="{FF2B5EF4-FFF2-40B4-BE49-F238E27FC236}">
                <a16:creationId xmlns:a16="http://schemas.microsoft.com/office/drawing/2014/main" id="{C6572A59-30D8-98E2-9C45-DF41862E45DD}"/>
              </a:ext>
            </a:extLst>
          </p:cNvPr>
          <p:cNvPicPr>
            <a:picLocks noChangeAspect="1"/>
          </p:cNvPicPr>
          <p:nvPr/>
        </p:nvPicPr>
        <p:blipFill>
          <a:blip r:embed="rId3"/>
          <a:srcRect l="53805" t="69903"/>
          <a:stretch>
            <a:fillRect/>
          </a:stretch>
        </p:blipFill>
        <p:spPr>
          <a:xfrm>
            <a:off x="7058026" y="3905250"/>
            <a:ext cx="2037266" cy="765407"/>
          </a:xfrm>
          <a:prstGeom prst="rect">
            <a:avLst/>
          </a:prstGeom>
        </p:spPr>
      </p:pic>
    </p:spTree>
    <p:extLst>
      <p:ext uri="{BB962C8B-B14F-4D97-AF65-F5344CB8AC3E}">
        <p14:creationId xmlns:p14="http://schemas.microsoft.com/office/powerpoint/2010/main" val="57367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EB6A8BF4-C9D1-E01B-5507-E0572CE213C5}"/>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7B7AA758-6C9E-7168-688B-E5FB334D1BDF}"/>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US" i="0" dirty="0">
                <a:solidFill>
                  <a:srgbClr val="222222"/>
                </a:solidFill>
                <a:effectLst/>
                <a:latin typeface="Arial" panose="020B0604020202020204" pitchFamily="34" charset="0"/>
              </a:rPr>
              <a:t>Contributions of This </a:t>
            </a:r>
            <a:r>
              <a:rPr lang="en-US" dirty="0">
                <a:solidFill>
                  <a:srgbClr val="222222"/>
                </a:solidFill>
                <a:latin typeface="Arial" panose="020B0604020202020204" pitchFamily="34" charset="0"/>
              </a:rPr>
              <a:t>C</a:t>
            </a:r>
            <a:r>
              <a:rPr lang="en-US" i="0" dirty="0">
                <a:solidFill>
                  <a:srgbClr val="222222"/>
                </a:solidFill>
                <a:effectLst/>
                <a:latin typeface="Arial" panose="020B0604020202020204" pitchFamily="34" charset="0"/>
              </a:rPr>
              <a:t>ontest</a:t>
            </a:r>
            <a:endParaRPr dirty="0"/>
          </a:p>
        </p:txBody>
      </p:sp>
      <p:sp>
        <p:nvSpPr>
          <p:cNvPr id="3" name="Google Shape;253;p60">
            <a:extLst>
              <a:ext uri="{FF2B5EF4-FFF2-40B4-BE49-F238E27FC236}">
                <a16:creationId xmlns:a16="http://schemas.microsoft.com/office/drawing/2014/main" id="{6CE7A8DC-A0E1-0907-63A2-48AEE6E228C8}"/>
              </a:ext>
            </a:extLst>
          </p:cNvPr>
          <p:cNvSpPr txBox="1">
            <a:spLocks noGrp="1"/>
          </p:cNvSpPr>
          <p:nvPr>
            <p:ph type="body" idx="1"/>
          </p:nvPr>
        </p:nvSpPr>
        <p:spPr>
          <a:xfrm>
            <a:off x="228624" y="761249"/>
            <a:ext cx="8686776" cy="3968405"/>
          </a:xfrm>
          <a:prstGeom prst="rect">
            <a:avLst/>
          </a:prstGeom>
          <a:noFill/>
          <a:ln>
            <a:noFill/>
          </a:ln>
        </p:spPr>
        <p:txBody>
          <a:bodyPr spcFirstLastPara="1" wrap="square" lIns="68575" tIns="34275" rIns="68575" bIns="34275" anchor="t" anchorCtr="0">
            <a:noAutofit/>
          </a:bodyPr>
          <a:lstStyle/>
          <a:p>
            <a:pPr marL="177800" lvl="0" indent="-171450">
              <a:lnSpc>
                <a:spcPct val="100000"/>
              </a:lnSpc>
              <a:spcBef>
                <a:spcPts val="0"/>
              </a:spcBef>
            </a:pPr>
            <a:r>
              <a:rPr lang="en-US" sz="1600" dirty="0">
                <a:solidFill>
                  <a:schemeClr val="accent2"/>
                </a:solidFill>
              </a:rPr>
              <a:t>Lowers the barrier to entry</a:t>
            </a:r>
            <a:r>
              <a:rPr lang="en-US" sz="1600" b="0" dirty="0">
                <a:solidFill>
                  <a:schemeClr val="accent2"/>
                </a:solidFill>
              </a:rPr>
              <a:t> </a:t>
            </a:r>
            <a:r>
              <a:rPr lang="en-US" sz="1600" b="0" dirty="0"/>
              <a:t>for non-EDA experts by turning EDA problems into ML-solvable ones with an </a:t>
            </a:r>
            <a:r>
              <a:rPr lang="en-US" sz="1600" dirty="0">
                <a:solidFill>
                  <a:schemeClr val="accent2"/>
                </a:solidFill>
              </a:rPr>
              <a:t>ML-friendly data format</a:t>
            </a:r>
            <a:r>
              <a:rPr lang="en-US" sz="1600" b="0" dirty="0"/>
              <a:t>.</a:t>
            </a:r>
          </a:p>
          <a:p>
            <a:pPr marL="177800" lvl="0" indent="-171450">
              <a:lnSpc>
                <a:spcPct val="100000"/>
              </a:lnSpc>
              <a:spcBef>
                <a:spcPts val="0"/>
              </a:spcBef>
            </a:pPr>
            <a:endParaRPr lang="en-US" sz="1600" b="0" dirty="0">
              <a:solidFill>
                <a:schemeClr val="tx1"/>
              </a:solidFill>
            </a:endParaRPr>
          </a:p>
          <a:p>
            <a:pPr marL="177800" indent="-171450">
              <a:lnSpc>
                <a:spcPct val="100000"/>
              </a:lnSpc>
              <a:spcBef>
                <a:spcPts val="0"/>
              </a:spcBef>
            </a:pPr>
            <a:r>
              <a:rPr lang="en-US" sz="1600" b="0" dirty="0"/>
              <a:t>Shows an example of “</a:t>
            </a:r>
            <a:r>
              <a:rPr lang="en-US" sz="1600" dirty="0">
                <a:solidFill>
                  <a:schemeClr val="accent2"/>
                </a:solidFill>
              </a:rPr>
              <a:t>ML inside</a:t>
            </a:r>
            <a:r>
              <a:rPr lang="en-US" sz="1600" b="0" dirty="0"/>
              <a:t>" EDA tools using </a:t>
            </a:r>
            <a:r>
              <a:rPr lang="en-US" sz="1600" dirty="0">
                <a:solidFill>
                  <a:schemeClr val="accent2"/>
                </a:solidFill>
              </a:rPr>
              <a:t>OpenROAD Python APIs</a:t>
            </a:r>
            <a:r>
              <a:rPr lang="en-US" sz="1600" b="0" dirty="0"/>
              <a:t>.</a:t>
            </a:r>
          </a:p>
          <a:p>
            <a:pPr marL="177800" indent="-171450">
              <a:lnSpc>
                <a:spcPct val="100000"/>
              </a:lnSpc>
              <a:spcBef>
                <a:spcPts val="0"/>
              </a:spcBef>
            </a:pPr>
            <a:endParaRPr lang="en-US" sz="1600" b="0" dirty="0"/>
          </a:p>
          <a:p>
            <a:pPr marL="177800" indent="-171450">
              <a:lnSpc>
                <a:spcPct val="100000"/>
              </a:lnSpc>
              <a:spcBef>
                <a:spcPts val="0"/>
              </a:spcBef>
            </a:pPr>
            <a:r>
              <a:rPr lang="en-US" sz="1600" b="0" dirty="0"/>
              <a:t>Drove the </a:t>
            </a:r>
            <a:r>
              <a:rPr lang="en-US" sz="1600" dirty="0">
                <a:solidFill>
                  <a:schemeClr val="accent2"/>
                </a:solidFill>
              </a:rPr>
              <a:t>open-sourcing</a:t>
            </a:r>
            <a:r>
              <a:rPr lang="en-US" sz="1600" b="0" dirty="0"/>
              <a:t> of NVIDIA’s GPU-accelerated gate level simulation tool, </a:t>
            </a:r>
            <a:r>
              <a:rPr lang="en-US" sz="1600" dirty="0">
                <a:solidFill>
                  <a:schemeClr val="accent2"/>
                </a:solidFill>
              </a:rPr>
              <a:t>GL0AM</a:t>
            </a:r>
            <a:r>
              <a:rPr lang="en-US" sz="1600" b="0" dirty="0"/>
              <a:t>.</a:t>
            </a:r>
          </a:p>
          <a:p>
            <a:pPr marL="177800" indent="-171450">
              <a:lnSpc>
                <a:spcPct val="100000"/>
              </a:lnSpc>
              <a:spcBef>
                <a:spcPts val="0"/>
              </a:spcBef>
            </a:pPr>
            <a:endParaRPr lang="en-US" sz="1600" b="0" dirty="0">
              <a:solidFill>
                <a:schemeClr val="tx1"/>
              </a:solidFill>
            </a:endParaRPr>
          </a:p>
          <a:p>
            <a:pPr marL="177800" indent="-171450">
              <a:lnSpc>
                <a:spcPct val="100000"/>
              </a:lnSpc>
              <a:spcBef>
                <a:spcPts val="0"/>
              </a:spcBef>
            </a:pPr>
            <a:r>
              <a:rPr lang="en-US" sz="1600" b="0" dirty="0"/>
              <a:t>Releases updated benchmarks in </a:t>
            </a:r>
            <a:r>
              <a:rPr lang="en-US" sz="1600" dirty="0">
                <a:solidFill>
                  <a:schemeClr val="accent2"/>
                </a:solidFill>
              </a:rPr>
              <a:t>ASAP7 </a:t>
            </a:r>
            <a:r>
              <a:rPr lang="en-US" sz="1600" dirty="0" err="1">
                <a:solidFill>
                  <a:schemeClr val="accent2"/>
                </a:solidFill>
              </a:rPr>
              <a:t>FinFET</a:t>
            </a:r>
            <a:r>
              <a:rPr lang="en-US" sz="1600" dirty="0">
                <a:solidFill>
                  <a:schemeClr val="accent2"/>
                </a:solidFill>
              </a:rPr>
              <a:t> technology node </a:t>
            </a:r>
            <a:r>
              <a:rPr lang="en-US" sz="1600" b="0" dirty="0"/>
              <a:t>with evaluation scripts to drive logic resynthesis research.</a:t>
            </a:r>
          </a:p>
          <a:p>
            <a:pPr marL="177800" indent="-171450">
              <a:lnSpc>
                <a:spcPct val="100000"/>
              </a:lnSpc>
              <a:spcBef>
                <a:spcPts val="0"/>
              </a:spcBef>
            </a:pPr>
            <a:endParaRPr lang="en-US" sz="1600" b="0" dirty="0">
              <a:solidFill>
                <a:schemeClr val="tx1"/>
              </a:solidFill>
            </a:endParaRPr>
          </a:p>
          <a:p>
            <a:pPr marL="177800" lvl="0" indent="-171450">
              <a:lnSpc>
                <a:spcPct val="100000"/>
              </a:lnSpc>
              <a:spcBef>
                <a:spcPts val="0"/>
              </a:spcBef>
            </a:pPr>
            <a:r>
              <a:rPr lang="en-US" sz="1600" b="0" dirty="0"/>
              <a:t>Encourages the creation of an ML/GPU-based resynthesis tool that accounts for the impact on the overall physical design flow, including </a:t>
            </a:r>
            <a:r>
              <a:rPr lang="en-US" sz="1600" dirty="0">
                <a:solidFill>
                  <a:schemeClr val="accent2"/>
                </a:solidFill>
              </a:rPr>
              <a:t>placement</a:t>
            </a:r>
            <a:r>
              <a:rPr lang="en-US" sz="1600" b="0" dirty="0"/>
              <a:t> and </a:t>
            </a:r>
            <a:r>
              <a:rPr lang="en-US" sz="1600" dirty="0">
                <a:solidFill>
                  <a:schemeClr val="accent2"/>
                </a:solidFill>
              </a:rPr>
              <a:t>routability</a:t>
            </a:r>
            <a:r>
              <a:rPr lang="en-US" sz="1600" b="0" dirty="0"/>
              <a:t>.</a:t>
            </a:r>
          </a:p>
        </p:txBody>
      </p:sp>
      <p:sp>
        <p:nvSpPr>
          <p:cNvPr id="2" name="TextBox 1">
            <a:extLst>
              <a:ext uri="{FF2B5EF4-FFF2-40B4-BE49-F238E27FC236}">
                <a16:creationId xmlns:a16="http://schemas.microsoft.com/office/drawing/2014/main" id="{F34C90E2-4853-AE33-49B8-F319AC73FA84}"/>
              </a:ext>
            </a:extLst>
          </p:cNvPr>
          <p:cNvSpPr txBox="1"/>
          <p:nvPr/>
        </p:nvSpPr>
        <p:spPr>
          <a:xfrm>
            <a:off x="228600" y="4188168"/>
            <a:ext cx="8575766" cy="553998"/>
          </a:xfrm>
          <a:prstGeom prst="rect">
            <a:avLst/>
          </a:prstGeom>
          <a:noFill/>
        </p:spPr>
        <p:txBody>
          <a:bodyPr wrap="square" rtlCol="0">
            <a:spAutoFit/>
          </a:bodyPr>
          <a:lstStyle/>
          <a:p>
            <a:r>
              <a:rPr lang="en-US" sz="1000" dirty="0"/>
              <a:t>“GL0AM.” https://github.com/NVlabs/GL0AM/tree/mlcad2025contest sim, 2024.</a:t>
            </a:r>
          </a:p>
          <a:p>
            <a:r>
              <a:rPr lang="en-US" sz="1000" dirty="0"/>
              <a:t>“MLCAD 2025 Contest on ReSynthAI: Physical-aware </a:t>
            </a:r>
            <a:r>
              <a:rPr lang="en-US" sz="1000" dirty="0" err="1"/>
              <a:t>LogicResynthesis</a:t>
            </a:r>
            <a:r>
              <a:rPr lang="en-US" sz="1000" dirty="0"/>
              <a:t> using AI.” https://github.com/ASU-VDA-Lab/MLCAD25-Contest-Scripts-Benchmarks, 2025.</a:t>
            </a:r>
          </a:p>
        </p:txBody>
      </p:sp>
    </p:spTree>
    <p:extLst>
      <p:ext uri="{BB962C8B-B14F-4D97-AF65-F5344CB8AC3E}">
        <p14:creationId xmlns:p14="http://schemas.microsoft.com/office/powerpoint/2010/main" val="286223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3AE43472-0B5D-A5CB-54BA-DF57FA296655}"/>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9F04095E-48AD-A672-0DC7-8AD3985DB058}"/>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US" sz="2300" dirty="0"/>
              <a:t>Comparison Against Previous Contests</a:t>
            </a:r>
            <a:endParaRPr sz="2300" dirty="0"/>
          </a:p>
        </p:txBody>
      </p:sp>
      <p:sp>
        <p:nvSpPr>
          <p:cNvPr id="3" name="Google Shape;253;p60">
            <a:extLst>
              <a:ext uri="{FF2B5EF4-FFF2-40B4-BE49-F238E27FC236}">
                <a16:creationId xmlns:a16="http://schemas.microsoft.com/office/drawing/2014/main" id="{30BA37E5-1A38-5F1E-FC68-170FA835CBCA}"/>
              </a:ext>
            </a:extLst>
          </p:cNvPr>
          <p:cNvSpPr txBox="1">
            <a:spLocks noGrp="1"/>
          </p:cNvSpPr>
          <p:nvPr>
            <p:ph type="body" idx="1"/>
          </p:nvPr>
        </p:nvSpPr>
        <p:spPr>
          <a:xfrm>
            <a:off x="228624" y="624762"/>
            <a:ext cx="8686776" cy="4156802"/>
          </a:xfrm>
          <a:prstGeom prst="rect">
            <a:avLst/>
          </a:prstGeom>
          <a:noFill/>
          <a:ln>
            <a:noFill/>
          </a:ln>
        </p:spPr>
        <p:txBody>
          <a:bodyPr spcFirstLastPara="1" wrap="square" lIns="68575" tIns="34275" rIns="68575" bIns="34275" anchor="t" anchorCtr="0">
            <a:noAutofit/>
          </a:bodyPr>
          <a:lstStyle/>
          <a:p>
            <a:pPr marL="6350" lvl="0" indent="0">
              <a:lnSpc>
                <a:spcPct val="100000"/>
              </a:lnSpc>
              <a:buNone/>
            </a:pPr>
            <a:endParaRPr lang="en-US" b="0" dirty="0">
              <a:solidFill>
                <a:schemeClr val="tx1"/>
              </a:solidFill>
            </a:endParaRPr>
          </a:p>
          <a:p>
            <a:pPr marL="6350" lvl="0" indent="0">
              <a:lnSpc>
                <a:spcPct val="100000"/>
              </a:lnSpc>
              <a:buNone/>
            </a:pPr>
            <a:endParaRPr lang="en-US" b="0" dirty="0">
              <a:solidFill>
                <a:schemeClr val="tx1"/>
              </a:solidFill>
            </a:endParaRPr>
          </a:p>
          <a:p>
            <a:pPr marL="177800" lvl="0" indent="-171450">
              <a:lnSpc>
                <a:spcPct val="100000"/>
              </a:lnSpc>
            </a:pPr>
            <a:endParaRPr lang="en-US" b="0" dirty="0">
              <a:solidFill>
                <a:schemeClr val="tx1"/>
              </a:solidFill>
            </a:endParaRPr>
          </a:p>
          <a:p>
            <a:pPr marL="177800" lvl="0" indent="-171450">
              <a:lnSpc>
                <a:spcPct val="100000"/>
              </a:lnSpc>
            </a:pPr>
            <a:endParaRPr lang="en-US" b="0" dirty="0">
              <a:solidFill>
                <a:schemeClr val="tx1"/>
              </a:solidFill>
            </a:endParaRPr>
          </a:p>
          <a:p>
            <a:pPr marL="177800" lvl="0" indent="-171450">
              <a:lnSpc>
                <a:spcPct val="100000"/>
              </a:lnSpc>
            </a:pPr>
            <a:endParaRPr lang="en-US" b="0" dirty="0">
              <a:solidFill>
                <a:schemeClr val="tx1"/>
              </a:solidFill>
            </a:endParaRPr>
          </a:p>
          <a:p>
            <a:pPr marL="177800" lvl="0" indent="-171450">
              <a:lnSpc>
                <a:spcPct val="100000"/>
              </a:lnSpc>
            </a:pPr>
            <a:endParaRPr lang="en-US" b="0" dirty="0">
              <a:solidFill>
                <a:schemeClr val="tx1"/>
              </a:solidFill>
            </a:endParaRPr>
          </a:p>
          <a:p>
            <a:pPr marL="177800" lvl="0" indent="-171450">
              <a:lnSpc>
                <a:spcPct val="100000"/>
              </a:lnSpc>
            </a:pPr>
            <a:endParaRPr lang="en-US" b="0" dirty="0">
              <a:solidFill>
                <a:schemeClr val="tx1"/>
              </a:solidFill>
            </a:endParaRPr>
          </a:p>
          <a:p>
            <a:pPr marL="177800" lvl="0" indent="-171450">
              <a:lnSpc>
                <a:spcPct val="100000"/>
              </a:lnSpc>
            </a:pPr>
            <a:r>
              <a:rPr lang="en-US" b="0" dirty="0">
                <a:solidFill>
                  <a:schemeClr val="tx1"/>
                </a:solidFill>
              </a:rPr>
              <a:t>Promotes ML-friendly formats and Python APIs.</a:t>
            </a:r>
          </a:p>
          <a:p>
            <a:pPr marL="177800" lvl="0" indent="-171450">
              <a:lnSpc>
                <a:spcPct val="100000"/>
              </a:lnSpc>
            </a:pPr>
            <a:r>
              <a:rPr lang="en-US" b="0" dirty="0">
                <a:solidFill>
                  <a:schemeClr val="tx1"/>
                </a:solidFill>
              </a:rPr>
              <a:t>Considers multiple logic transformations like gate sizing, Vt swaps, buffer addition/deletion, logic restructuring, and gate cloning.</a:t>
            </a:r>
          </a:p>
          <a:p>
            <a:pPr marL="177800" lvl="0" indent="-171450">
              <a:lnSpc>
                <a:spcPct val="100000"/>
              </a:lnSpc>
            </a:pPr>
            <a:r>
              <a:rPr lang="en-US" b="0" dirty="0">
                <a:solidFill>
                  <a:schemeClr val="tx1"/>
                </a:solidFill>
              </a:rPr>
              <a:t>Contestants work on post floorplan stage and are evaluated on post global routing metrics, thereby checking the physical awareness of the flow.</a:t>
            </a:r>
            <a:endParaRPr lang="en-US" dirty="0">
              <a:solidFill>
                <a:schemeClr val="accent2"/>
              </a:solidFill>
            </a:endParaRPr>
          </a:p>
        </p:txBody>
      </p:sp>
      <p:pic>
        <p:nvPicPr>
          <p:cNvPr id="4" name="Picture 3">
            <a:extLst>
              <a:ext uri="{FF2B5EF4-FFF2-40B4-BE49-F238E27FC236}">
                <a16:creationId xmlns:a16="http://schemas.microsoft.com/office/drawing/2014/main" id="{4DE0256D-5CEE-E959-4568-3A5500D156BC}"/>
              </a:ext>
            </a:extLst>
          </p:cNvPr>
          <p:cNvPicPr>
            <a:picLocks noChangeAspect="1"/>
          </p:cNvPicPr>
          <p:nvPr/>
        </p:nvPicPr>
        <p:blipFill>
          <a:blip r:embed="rId3"/>
          <a:stretch>
            <a:fillRect/>
          </a:stretch>
        </p:blipFill>
        <p:spPr>
          <a:xfrm>
            <a:off x="637892" y="729376"/>
            <a:ext cx="2998226" cy="1144318"/>
          </a:xfrm>
          <a:prstGeom prst="rect">
            <a:avLst/>
          </a:prstGeom>
        </p:spPr>
      </p:pic>
      <p:pic>
        <p:nvPicPr>
          <p:cNvPr id="6" name="Picture 5">
            <a:extLst>
              <a:ext uri="{FF2B5EF4-FFF2-40B4-BE49-F238E27FC236}">
                <a16:creationId xmlns:a16="http://schemas.microsoft.com/office/drawing/2014/main" id="{727FC879-473B-40F9-23F4-88072C52C33E}"/>
              </a:ext>
            </a:extLst>
          </p:cNvPr>
          <p:cNvPicPr>
            <a:picLocks noChangeAspect="1"/>
          </p:cNvPicPr>
          <p:nvPr/>
        </p:nvPicPr>
        <p:blipFill>
          <a:blip r:embed="rId4"/>
          <a:srcRect t="12358"/>
          <a:stretch>
            <a:fillRect/>
          </a:stretch>
        </p:blipFill>
        <p:spPr>
          <a:xfrm>
            <a:off x="637892" y="1888094"/>
            <a:ext cx="2998226" cy="1161489"/>
          </a:xfrm>
          <a:prstGeom prst="rect">
            <a:avLst/>
          </a:prstGeom>
        </p:spPr>
      </p:pic>
      <p:pic>
        <p:nvPicPr>
          <p:cNvPr id="8" name="Picture 7">
            <a:extLst>
              <a:ext uri="{FF2B5EF4-FFF2-40B4-BE49-F238E27FC236}">
                <a16:creationId xmlns:a16="http://schemas.microsoft.com/office/drawing/2014/main" id="{B053A32E-D332-CED6-0964-0FD275757C98}"/>
              </a:ext>
            </a:extLst>
          </p:cNvPr>
          <p:cNvPicPr>
            <a:picLocks noChangeAspect="1"/>
          </p:cNvPicPr>
          <p:nvPr/>
        </p:nvPicPr>
        <p:blipFill>
          <a:blip r:embed="rId5"/>
          <a:stretch>
            <a:fillRect/>
          </a:stretch>
        </p:blipFill>
        <p:spPr>
          <a:xfrm>
            <a:off x="3970942" y="920622"/>
            <a:ext cx="4870896" cy="1934943"/>
          </a:xfrm>
          <a:prstGeom prst="rect">
            <a:avLst/>
          </a:prstGeom>
          <a:ln>
            <a:solidFill>
              <a:schemeClr val="tx1"/>
            </a:solidFill>
          </a:ln>
        </p:spPr>
      </p:pic>
    </p:spTree>
    <p:extLst>
      <p:ext uri="{BB962C8B-B14F-4D97-AF65-F5344CB8AC3E}">
        <p14:creationId xmlns:p14="http://schemas.microsoft.com/office/powerpoint/2010/main" val="2672973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2F43D6BA-D864-2178-44E2-0C901781DC2E}"/>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9E260309-6F59-2C0A-9612-E5311ECAF9E4}"/>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 dirty="0"/>
              <a:t>Outline</a:t>
            </a:r>
            <a:endParaRPr dirty="0"/>
          </a:p>
        </p:txBody>
      </p:sp>
      <p:sp>
        <p:nvSpPr>
          <p:cNvPr id="3" name="Google Shape;253;p60">
            <a:extLst>
              <a:ext uri="{FF2B5EF4-FFF2-40B4-BE49-F238E27FC236}">
                <a16:creationId xmlns:a16="http://schemas.microsoft.com/office/drawing/2014/main" id="{928810DC-C2C6-C453-8AA3-CAC6145CD86E}"/>
              </a:ext>
            </a:extLst>
          </p:cNvPr>
          <p:cNvSpPr txBox="1">
            <a:spLocks noGrp="1"/>
          </p:cNvSpPr>
          <p:nvPr>
            <p:ph type="body" idx="1"/>
          </p:nvPr>
        </p:nvSpPr>
        <p:spPr>
          <a:xfrm>
            <a:off x="228625" y="761250"/>
            <a:ext cx="7861016" cy="3415334"/>
          </a:xfrm>
          <a:prstGeom prst="rect">
            <a:avLst/>
          </a:prstGeom>
          <a:noFill/>
          <a:ln>
            <a:noFill/>
          </a:ln>
        </p:spPr>
        <p:txBody>
          <a:bodyPr spcFirstLastPara="1" wrap="square" lIns="68575" tIns="34275" rIns="68575" bIns="34275" anchor="t" anchorCtr="0">
            <a:noAutofit/>
          </a:bodyPr>
          <a:lstStyle/>
          <a:p>
            <a:pPr marL="182880" lvl="0" indent="-182880" algn="l" rtl="0">
              <a:lnSpc>
                <a:spcPct val="150000"/>
              </a:lnSpc>
              <a:spcBef>
                <a:spcPts val="0"/>
              </a:spcBef>
              <a:spcAft>
                <a:spcPts val="0"/>
              </a:spcAft>
              <a:buClr>
                <a:schemeClr val="dk1"/>
              </a:buClr>
              <a:buSzPts val="1500"/>
              <a:buChar char="•"/>
            </a:pPr>
            <a:r>
              <a:rPr lang="en-US" sz="2000" b="0" dirty="0">
                <a:solidFill>
                  <a:schemeClr val="tx1"/>
                </a:solidFill>
              </a:rPr>
              <a:t>Motivation and Background</a:t>
            </a:r>
          </a:p>
          <a:p>
            <a:pPr marL="182880" lvl="0" indent="-182880" algn="l" rtl="0">
              <a:lnSpc>
                <a:spcPct val="150000"/>
              </a:lnSpc>
              <a:spcBef>
                <a:spcPts val="0"/>
              </a:spcBef>
              <a:spcAft>
                <a:spcPts val="0"/>
              </a:spcAft>
              <a:buClr>
                <a:schemeClr val="dk1"/>
              </a:buClr>
              <a:buSzPts val="1500"/>
              <a:buChar char="•"/>
            </a:pPr>
            <a:r>
              <a:rPr lang="en-US" sz="2000" dirty="0">
                <a:solidFill>
                  <a:schemeClr val="accent2"/>
                </a:solidFill>
              </a:rPr>
              <a:t>Problem Description</a:t>
            </a:r>
            <a:endParaRPr sz="2000" dirty="0">
              <a:solidFill>
                <a:schemeClr val="accent2"/>
              </a:solidFill>
            </a:endParaRPr>
          </a:p>
          <a:p>
            <a:pPr marL="182880" indent="-182880">
              <a:lnSpc>
                <a:spcPct val="150000"/>
              </a:lnSpc>
              <a:spcBef>
                <a:spcPts val="0"/>
              </a:spcBef>
            </a:pPr>
            <a:r>
              <a:rPr lang="en-US" sz="2000" b="0" dirty="0"/>
              <a:t>Benchmarks</a:t>
            </a:r>
          </a:p>
          <a:p>
            <a:pPr marL="182880" lvl="0" indent="-182880">
              <a:lnSpc>
                <a:spcPct val="150000"/>
              </a:lnSpc>
              <a:spcBef>
                <a:spcPts val="0"/>
              </a:spcBef>
            </a:pPr>
            <a:r>
              <a:rPr lang="en-US" sz="2000" b="0" dirty="0"/>
              <a:t>Evaluation Methodology</a:t>
            </a:r>
          </a:p>
          <a:p>
            <a:pPr marL="182880" lvl="0" indent="-182880">
              <a:lnSpc>
                <a:spcPct val="150000"/>
              </a:lnSpc>
              <a:spcBef>
                <a:spcPts val="0"/>
              </a:spcBef>
            </a:pPr>
            <a:r>
              <a:rPr lang="en-US" sz="2000" b="0" i="0" dirty="0">
                <a:solidFill>
                  <a:srgbClr val="222222"/>
                </a:solidFill>
                <a:effectLst/>
                <a:latin typeface="Arial" panose="020B0604020202020204" pitchFamily="34" charset="0"/>
              </a:rPr>
              <a:t>Results</a:t>
            </a:r>
          </a:p>
          <a:p>
            <a:pPr marL="182880" lvl="0" indent="-182880">
              <a:lnSpc>
                <a:spcPct val="150000"/>
              </a:lnSpc>
              <a:spcBef>
                <a:spcPts val="0"/>
              </a:spcBef>
            </a:pPr>
            <a:r>
              <a:rPr lang="en-US" sz="2000" b="0" dirty="0">
                <a:solidFill>
                  <a:srgbClr val="222222"/>
                </a:solidFill>
                <a:latin typeface="Arial" panose="020B0604020202020204" pitchFamily="34" charset="0"/>
              </a:rPr>
              <a:t>Winners</a:t>
            </a:r>
            <a:endParaRPr lang="en-US" sz="2000" b="0" dirty="0"/>
          </a:p>
        </p:txBody>
      </p:sp>
    </p:spTree>
    <p:extLst>
      <p:ext uri="{BB962C8B-B14F-4D97-AF65-F5344CB8AC3E}">
        <p14:creationId xmlns:p14="http://schemas.microsoft.com/office/powerpoint/2010/main" val="510852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39F1F8C8-986D-4274-5E79-D9E479D77C5B}"/>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E8BD4222-2FF6-2713-DE8B-8E700602B7EF}"/>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US" i="0" dirty="0">
                <a:solidFill>
                  <a:srgbClr val="222222"/>
                </a:solidFill>
                <a:effectLst/>
                <a:latin typeface="Arial" panose="020B0604020202020204" pitchFamily="34" charset="0"/>
              </a:rPr>
              <a:t>Contest Problem Formulation</a:t>
            </a:r>
            <a:endParaRPr dirty="0"/>
          </a:p>
        </p:txBody>
      </p:sp>
      <mc:AlternateContent xmlns:mc="http://schemas.openxmlformats.org/markup-compatibility/2006" xmlns:a14="http://schemas.microsoft.com/office/drawing/2010/main">
        <mc:Choice Requires="a14">
          <p:sp>
            <p:nvSpPr>
              <p:cNvPr id="3" name="Google Shape;253;p60">
                <a:extLst>
                  <a:ext uri="{FF2B5EF4-FFF2-40B4-BE49-F238E27FC236}">
                    <a16:creationId xmlns:a16="http://schemas.microsoft.com/office/drawing/2014/main" id="{541A04D2-C083-0400-7686-8C5ED2AD4454}"/>
                  </a:ext>
                </a:extLst>
              </p:cNvPr>
              <p:cNvSpPr txBox="1">
                <a:spLocks noGrp="1"/>
              </p:cNvSpPr>
              <p:nvPr>
                <p:ph type="body" idx="1"/>
              </p:nvPr>
            </p:nvSpPr>
            <p:spPr>
              <a:xfrm>
                <a:off x="228624" y="761249"/>
                <a:ext cx="8686776" cy="3968405"/>
              </a:xfrm>
              <a:prstGeom prst="rect">
                <a:avLst/>
              </a:prstGeom>
              <a:noFill/>
              <a:ln>
                <a:noFill/>
              </a:ln>
            </p:spPr>
            <p:txBody>
              <a:bodyPr spcFirstLastPara="1" wrap="square" lIns="68575" tIns="34275" rIns="68575" bIns="34275" anchor="t" anchorCtr="0">
                <a:noAutofit/>
              </a:bodyPr>
              <a:lstStyle/>
              <a:p>
                <a:pPr marL="6350" indent="0">
                  <a:lnSpc>
                    <a:spcPct val="150000"/>
                  </a:lnSpc>
                  <a:spcBef>
                    <a:spcPts val="0"/>
                  </a:spcBef>
                  <a:buNone/>
                </a:pPr>
                <a:r>
                  <a:rPr lang="en-US" dirty="0">
                    <a:solidFill>
                      <a:schemeClr val="accent2"/>
                    </a:solidFill>
                  </a:rPr>
                  <a:t>Goal</a:t>
                </a:r>
                <a:r>
                  <a:rPr lang="en-US" b="0" dirty="0"/>
                  <a:t>: Use AI/GPU-accelerated methods to speed up the logic resynthesis process.</a:t>
                </a:r>
              </a:p>
              <a:p>
                <a:pPr marL="6350" indent="0">
                  <a:lnSpc>
                    <a:spcPct val="150000"/>
                  </a:lnSpc>
                  <a:spcBef>
                    <a:spcPts val="0"/>
                  </a:spcBef>
                  <a:buNone/>
                </a:pPr>
                <a:r>
                  <a:rPr lang="en-US" dirty="0">
                    <a:solidFill>
                      <a:schemeClr val="accent2"/>
                    </a:solidFill>
                  </a:rPr>
                  <a:t>Contest Focus:</a:t>
                </a:r>
              </a:p>
              <a:p>
                <a:pPr marL="6350" indent="0">
                  <a:lnSpc>
                    <a:spcPct val="150000"/>
                  </a:lnSpc>
                  <a:spcBef>
                    <a:spcPts val="0"/>
                  </a:spcBef>
                  <a:buNone/>
                </a:pPr>
                <a:r>
                  <a:rPr lang="en-US" b="0" dirty="0"/>
                  <a:t>   Objective:</a:t>
                </a:r>
              </a:p>
              <a:p>
                <a:pPr marL="749300" lvl="1" indent="-285750">
                  <a:lnSpc>
                    <a:spcPct val="150000"/>
                  </a:lnSpc>
                  <a:spcBef>
                    <a:spcPts val="0"/>
                  </a:spcBef>
                  <a:buFont typeface="Arial" panose="020B0604020202020204" pitchFamily="34" charset="0"/>
                  <a:buChar char="•"/>
                </a:pPr>
                <a14:m>
                  <m:oMath xmlns:m="http://schemas.openxmlformats.org/officeDocument/2006/math">
                    <m:r>
                      <m:rPr>
                        <m:sty m:val="p"/>
                      </m:rPr>
                      <a:rPr lang="en-US" b="0" i="0" smtClean="0">
                        <a:latin typeface="Cambria Math" panose="02040503050406030204" pitchFamily="18" charset="0"/>
                      </a:rPr>
                      <m:t>min</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I</m:t>
                        </m:r>
                      </m:sub>
                      <m:sup/>
                      <m:e>
                        <m:r>
                          <m:rPr>
                            <m:sty m:val="p"/>
                          </m:rPr>
                          <a:rPr lang="en-US" b="0" i="0" smtClean="0">
                            <a:latin typeface="Cambria Math" panose="02040503050406030204" pitchFamily="18" charset="0"/>
                          </a:rPr>
                          <m:t>LeakagePower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e>
                    </m:nary>
                  </m:oMath>
                </a14:m>
                <a:endParaRPr lang="en-US" b="0" dirty="0"/>
              </a:p>
              <a:p>
                <a:pPr marL="6350" indent="0">
                  <a:lnSpc>
                    <a:spcPct val="150000"/>
                  </a:lnSpc>
                  <a:spcBef>
                    <a:spcPts val="0"/>
                  </a:spcBef>
                  <a:buNone/>
                </a:pPr>
                <a:r>
                  <a:rPr lang="en-US" b="0" dirty="0"/>
                  <a:t>   Subject to:</a:t>
                </a:r>
              </a:p>
              <a:p>
                <a:pPr marL="749300" lvl="1" indent="-285750">
                  <a:lnSpc>
                    <a:spcPct val="150000"/>
                  </a:lnSpc>
                  <a:spcBef>
                    <a:spcPts val="0"/>
                  </a:spcBef>
                  <a:buFont typeface="Arial" panose="020B0604020202020204" pitchFamily="34" charset="0"/>
                  <a:buChar char="•"/>
                </a:pPr>
                <a14:m>
                  <m:oMath xmlns:m="http://schemas.openxmlformats.org/officeDocument/2006/math">
                    <m:r>
                      <m:rPr>
                        <m:sty m:val="p"/>
                      </m:rPr>
                      <a:rPr lang="en-US" b="0" i="0" smtClean="0">
                        <a:latin typeface="Cambria Math" panose="02040503050406030204" pitchFamily="18" charset="0"/>
                      </a:rPr>
                      <m:t>slack</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pin</m:t>
                            </m:r>
                          </m:e>
                          <m:sub>
                            <m:r>
                              <a:rPr lang="en-US" b="0" i="1" smtClean="0">
                                <a:latin typeface="Cambria Math" panose="02040503050406030204" pitchFamily="18" charset="0"/>
                              </a:rPr>
                              <m:t>𝑖</m:t>
                            </m:r>
                          </m:sub>
                        </m:sSub>
                      </m:e>
                    </m:d>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I</m:t>
                    </m:r>
                  </m:oMath>
                </a14:m>
                <a:endParaRPr lang="en-US" b="0" dirty="0">
                  <a:ea typeface="Cambria Math" panose="02040503050406030204" pitchFamily="18" charset="0"/>
                </a:endParaRPr>
              </a:p>
              <a:p>
                <a:pPr marL="749300" lvl="1" indent="-285750">
                  <a:lnSpc>
                    <a:spcPct val="150000"/>
                  </a:lnSpc>
                  <a:spcBef>
                    <a:spcPts val="0"/>
                  </a:spcBef>
                  <a:buFont typeface="Arial" panose="020B0604020202020204" pitchFamily="34" charset="0"/>
                  <a:buChar char="•"/>
                </a:pPr>
                <a14:m>
                  <m:oMath xmlns:m="http://schemas.openxmlformats.org/officeDocument/2006/math">
                    <m:r>
                      <m:rPr>
                        <m:sty m:val="p"/>
                      </m:rPr>
                      <a:rPr lang="en-US" b="0" i="0" smtClean="0">
                        <a:latin typeface="Cambria Math" panose="02040503050406030204" pitchFamily="18" charset="0"/>
                      </a:rPr>
                      <m:t>slew</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pin</m:t>
                            </m:r>
                          </m:e>
                          <m:sub>
                            <m:r>
                              <a:rPr lang="en-US" b="0" i="1" smtClean="0">
                                <a:latin typeface="Cambria Math" panose="02040503050406030204" pitchFamily="18" charset="0"/>
                              </a:rPr>
                              <m:t>𝑖</m:t>
                            </m:r>
                          </m:sub>
                        </m:sSub>
                      </m:e>
                    </m:d>
                    <m:r>
                      <a:rPr lang="en-US" b="0"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MaximumPermittedSlew</m:t>
                    </m:r>
                    <m:r>
                      <a:rPr lang="en-US" b="0" i="1" smtClean="0">
                        <a:latin typeface="Cambria Math" panose="02040503050406030204" pitchFamily="18" charset="0"/>
                        <a:ea typeface="Cambria Math" panose="02040503050406030204" pitchFamily="18" charset="0"/>
                      </a:rPr>
                      <m:t>(</m:t>
                    </m:r>
                    <m:sSub>
                      <m:sSubPr>
                        <m:ctrlPr>
                          <a:rPr lang="en-US" b="0" i="1">
                            <a:latin typeface="Cambria Math" panose="02040503050406030204" pitchFamily="18" charset="0"/>
                          </a:rPr>
                        </m:ctrlPr>
                      </m:sSubPr>
                      <m:e>
                        <m:r>
                          <m:rPr>
                            <m:sty m:val="p"/>
                          </m:rPr>
                          <a:rPr lang="en-US" b="0" i="0">
                            <a:latin typeface="Cambria Math" panose="02040503050406030204" pitchFamily="18" charset="0"/>
                          </a:rPr>
                          <m:t>pin</m:t>
                        </m:r>
                      </m:e>
                      <m:sub>
                        <m:r>
                          <a:rPr lang="en-US" b="0" i="1">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I</m:t>
                    </m:r>
                  </m:oMath>
                </a14:m>
                <a:endParaRPr lang="en-US" b="0" dirty="0">
                  <a:ea typeface="Cambria Math" panose="02040503050406030204" pitchFamily="18" charset="0"/>
                </a:endParaRPr>
              </a:p>
              <a:p>
                <a:pPr marL="749300" lvl="1" indent="-285750">
                  <a:lnSpc>
                    <a:spcPct val="150000"/>
                  </a:lnSpc>
                  <a:spcBef>
                    <a:spcPts val="0"/>
                  </a:spcBef>
                  <a:buFont typeface="Arial" panose="020B0604020202020204" pitchFamily="34" charset="0"/>
                  <a:buChar char="•"/>
                </a:pPr>
                <a14:m>
                  <m:oMath xmlns:m="http://schemas.openxmlformats.org/officeDocument/2006/math">
                    <m:r>
                      <m:rPr>
                        <m:sty m:val="p"/>
                      </m:rPr>
                      <a:rPr lang="en-US" b="0" i="0" smtClean="0">
                        <a:latin typeface="Cambria Math" panose="02040503050406030204" pitchFamily="18" charset="0"/>
                      </a:rPr>
                      <m:t>load</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pin</m:t>
                            </m:r>
                          </m:e>
                          <m:sub>
                            <m:r>
                              <a:rPr lang="en-US" b="0" i="1" smtClean="0">
                                <a:latin typeface="Cambria Math" panose="02040503050406030204" pitchFamily="18" charset="0"/>
                              </a:rPr>
                              <m:t>𝑖</m:t>
                            </m:r>
                          </m:sub>
                        </m:sSub>
                      </m:e>
                    </m:d>
                    <m:r>
                      <a:rPr lang="en-US" b="0" i="1" smtClean="0">
                        <a:latin typeface="Cambria Math" panose="02040503050406030204" pitchFamily="18" charset="0"/>
                      </a:rPr>
                      <m:t> </m:t>
                    </m:r>
                    <m:r>
                      <a:rPr lang="en-US" b="0"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M</m:t>
                    </m:r>
                    <m:r>
                      <m:rPr>
                        <m:sty m:val="p"/>
                      </m:rPr>
                      <a:rPr lang="en-US" b="0" i="0">
                        <a:latin typeface="Cambria Math" panose="02040503050406030204" pitchFamily="18" charset="0"/>
                        <a:ea typeface="Cambria Math" panose="02040503050406030204" pitchFamily="18" charset="0"/>
                      </a:rPr>
                      <m:t>aximum</m:t>
                    </m:r>
                    <m:r>
                      <m:rPr>
                        <m:sty m:val="p"/>
                      </m:rPr>
                      <a:rPr lang="en-US" b="0" i="0" smtClean="0">
                        <a:latin typeface="Cambria Math" panose="02040503050406030204" pitchFamily="18" charset="0"/>
                        <a:ea typeface="Cambria Math" panose="02040503050406030204" pitchFamily="18" charset="0"/>
                      </a:rPr>
                      <m:t>P</m:t>
                    </m:r>
                    <m:r>
                      <m:rPr>
                        <m:sty m:val="p"/>
                      </m:rPr>
                      <a:rPr lang="en-US" b="0" i="0">
                        <a:latin typeface="Cambria Math" panose="02040503050406030204" pitchFamily="18" charset="0"/>
                        <a:ea typeface="Cambria Math" panose="02040503050406030204" pitchFamily="18" charset="0"/>
                      </a:rPr>
                      <m:t>ermitted</m:t>
                    </m:r>
                    <m:r>
                      <m:rPr>
                        <m:sty m:val="p"/>
                      </m:rPr>
                      <a:rPr lang="en-US" b="0" i="0" smtClean="0">
                        <a:latin typeface="Cambria Math" panose="02040503050406030204" pitchFamily="18" charset="0"/>
                        <a:ea typeface="Cambria Math" panose="02040503050406030204" pitchFamily="18" charset="0"/>
                      </a:rPr>
                      <m:t>L</m:t>
                    </m:r>
                    <m:r>
                      <m:rPr>
                        <m:sty m:val="p"/>
                      </m:rPr>
                      <a:rPr lang="en-US" b="0" i="0">
                        <a:latin typeface="Cambria Math" panose="02040503050406030204" pitchFamily="18" charset="0"/>
                        <a:ea typeface="Cambria Math" panose="02040503050406030204" pitchFamily="18" charset="0"/>
                      </a:rPr>
                      <m:t>oad</m:t>
                    </m:r>
                    <m:r>
                      <a:rPr lang="en-US" b="0" i="1">
                        <a:latin typeface="Cambria Math" panose="02040503050406030204" pitchFamily="18" charset="0"/>
                        <a:ea typeface="Cambria Math" panose="02040503050406030204" pitchFamily="18" charset="0"/>
                      </a:rPr>
                      <m:t>(</m:t>
                    </m:r>
                    <m:sSub>
                      <m:sSubPr>
                        <m:ctrlPr>
                          <a:rPr lang="en-US" b="0" i="1">
                            <a:latin typeface="Cambria Math" panose="02040503050406030204" pitchFamily="18" charset="0"/>
                          </a:rPr>
                        </m:ctrlPr>
                      </m:sSubPr>
                      <m:e>
                        <m:r>
                          <m:rPr>
                            <m:sty m:val="p"/>
                          </m:rPr>
                          <a:rPr lang="en-US" b="0" i="0">
                            <a:latin typeface="Cambria Math" panose="02040503050406030204" pitchFamily="18" charset="0"/>
                          </a:rPr>
                          <m:t>pin</m:t>
                        </m:r>
                      </m:e>
                      <m:sub>
                        <m:r>
                          <a:rPr lang="en-US" b="0" i="1">
                            <a:latin typeface="Cambria Math" panose="02040503050406030204" pitchFamily="18" charset="0"/>
                          </a:rPr>
                          <m:t>𝑖</m:t>
                        </m:r>
                      </m:sub>
                    </m:sSub>
                    <m:r>
                      <a:rPr lang="en-US" b="0" i="1">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𝑖</m:t>
                    </m:r>
                    <m:r>
                      <a:rPr lang="en-US" b="0"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I</m:t>
                    </m:r>
                  </m:oMath>
                </a14:m>
                <a:endParaRPr lang="en-US" b="0" dirty="0">
                  <a:ea typeface="Cambria Math" panose="02040503050406030204" pitchFamily="18" charset="0"/>
                </a:endParaRPr>
              </a:p>
              <a:p>
                <a:pPr marL="749300" lvl="1" indent="-285750">
                  <a:lnSpc>
                    <a:spcPct val="150000"/>
                  </a:lnSpc>
                  <a:spcBef>
                    <a:spcPts val="0"/>
                  </a:spcBef>
                  <a:buFont typeface="Arial" panose="020B0604020202020204" pitchFamily="34" charset="0"/>
                  <a:buChar char="•"/>
                </a:pPr>
                <a14:m>
                  <m:oMath xmlns:m="http://schemas.openxmlformats.org/officeDocument/2006/math">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Overflow</m:t>
                    </m:r>
                    <m:r>
                      <a:rPr lang="en-US" b="0" i="0" smtClean="0">
                        <a:latin typeface="Cambria Math" panose="02040503050406030204" pitchFamily="18" charset="0"/>
                        <a:ea typeface="Cambria Math" panose="02040503050406030204" pitchFamily="18" charset="0"/>
                      </a:rPr>
                      <m:t>=0</m:t>
                    </m:r>
                  </m:oMath>
                </a14:m>
                <a:endParaRPr lang="en-US" b="0" dirty="0">
                  <a:ea typeface="Cambria Math" panose="02040503050406030204" pitchFamily="18" charset="0"/>
                </a:endParaRPr>
              </a:p>
              <a:p>
                <a:pPr marL="749300" lvl="1" indent="-285750">
                  <a:lnSpc>
                    <a:spcPct val="150000"/>
                  </a:lnSpc>
                  <a:spcBef>
                    <a:spcPts val="0"/>
                  </a:spcBef>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ChoiceInLibrary</m:t>
                        </m:r>
                      </m:e>
                      <m:sub>
                        <m:r>
                          <a:rPr lang="en-US" b="0" i="1" smtClean="0">
                            <a:latin typeface="Cambria Math" panose="02040503050406030204" pitchFamily="18" charset="0"/>
                            <a:ea typeface="Cambria Math" panose="02040503050406030204" pitchFamily="18" charset="0"/>
                          </a:rPr>
                          <m:t>𝑖</m:t>
                        </m:r>
                      </m:sub>
                    </m:sSub>
                    <m:r>
                      <a:rPr lang="en-US" b="0" i="1">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𝑖</m:t>
                    </m:r>
                    <m:r>
                      <a:rPr lang="en-US" b="0"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I</m:t>
                    </m:r>
                  </m:oMath>
                </a14:m>
                <a:endParaRPr lang="en-US" b="0" dirty="0">
                  <a:ea typeface="Cambria Math" panose="02040503050406030204" pitchFamily="18" charset="0"/>
                </a:endParaRPr>
              </a:p>
              <a:p>
                <a:pPr marL="463550" lvl="1" indent="0">
                  <a:lnSpc>
                    <a:spcPct val="150000"/>
                  </a:lnSpc>
                  <a:spcBef>
                    <a:spcPts val="0"/>
                  </a:spcBef>
                  <a:buNone/>
                </a:pPr>
                <a:r>
                  <a:rPr lang="en-US" b="0" dirty="0">
                    <a:ea typeface="Cambria Math" panose="02040503050406030204" pitchFamily="18" charset="0"/>
                  </a:rPr>
                  <a:t>where </a:t>
                </a:r>
                <a14:m>
                  <m:oMath xmlns:m="http://schemas.openxmlformats.org/officeDocument/2006/math">
                    <m:r>
                      <m:rPr>
                        <m:sty m:val="p"/>
                      </m:rPr>
                      <a:rPr lang="en-US" b="0">
                        <a:latin typeface="Cambria Math" panose="02040503050406030204" pitchFamily="18" charset="0"/>
                        <a:ea typeface="Cambria Math" panose="02040503050406030204" pitchFamily="18" charset="0"/>
                      </a:rPr>
                      <m:t>I</m:t>
                    </m:r>
                  </m:oMath>
                </a14:m>
                <a:r>
                  <a:rPr lang="en-US" b="0" dirty="0">
                    <a:ea typeface="Cambria Math" panose="02040503050406030204" pitchFamily="18" charset="0"/>
                  </a:rPr>
                  <a:t> is a set of all instances in the design</a:t>
                </a:r>
              </a:p>
            </p:txBody>
          </p:sp>
        </mc:Choice>
        <mc:Fallback xmlns="">
          <p:sp>
            <p:nvSpPr>
              <p:cNvPr id="3" name="Google Shape;253;p60">
                <a:extLst>
                  <a:ext uri="{FF2B5EF4-FFF2-40B4-BE49-F238E27FC236}">
                    <a16:creationId xmlns:a16="http://schemas.microsoft.com/office/drawing/2014/main" id="{541A04D2-C083-0400-7686-8C5ED2AD4454}"/>
                  </a:ext>
                </a:extLst>
              </p:cNvPr>
              <p:cNvSpPr txBox="1">
                <a:spLocks noGrp="1" noRot="1" noChangeAspect="1" noMove="1" noResize="1" noEditPoints="1" noAdjustHandles="1" noChangeArrowheads="1" noChangeShapeType="1" noTextEdit="1"/>
              </p:cNvSpPr>
              <p:nvPr>
                <p:ph type="body" idx="1"/>
              </p:nvPr>
            </p:nvSpPr>
            <p:spPr>
              <a:xfrm>
                <a:off x="228624" y="761249"/>
                <a:ext cx="8686776" cy="3968405"/>
              </a:xfrm>
              <a:prstGeom prst="rect">
                <a:avLst/>
              </a:prstGeom>
              <a:blipFill>
                <a:blip r:embed="rId3"/>
                <a:stretch>
                  <a:fillRect l="-49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218695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B0C4AE02-EA35-9CF3-6984-7B44D4103282}"/>
            </a:ext>
          </a:extLst>
        </p:cNvPr>
        <p:cNvGrpSpPr/>
        <p:nvPr/>
      </p:nvGrpSpPr>
      <p:grpSpPr>
        <a:xfrm>
          <a:off x="0" y="0"/>
          <a:ext cx="0" cy="0"/>
          <a:chOff x="0" y="0"/>
          <a:chExt cx="0" cy="0"/>
        </a:xfrm>
      </p:grpSpPr>
      <p:pic>
        <p:nvPicPr>
          <p:cNvPr id="2" name="Picture 1" descr="A diagram of a diagram&#10;&#10;AI-generated content may be incorrect.">
            <a:extLst>
              <a:ext uri="{FF2B5EF4-FFF2-40B4-BE49-F238E27FC236}">
                <a16:creationId xmlns:a16="http://schemas.microsoft.com/office/drawing/2014/main" id="{B446D0DC-B873-FB7A-E277-B602F2EBD3B7}"/>
              </a:ext>
            </a:extLst>
          </p:cNvPr>
          <p:cNvPicPr>
            <a:picLocks noChangeAspect="1"/>
          </p:cNvPicPr>
          <p:nvPr/>
        </p:nvPicPr>
        <p:blipFill>
          <a:blip r:embed="rId3"/>
          <a:srcRect l="63147"/>
          <a:stretch>
            <a:fillRect/>
          </a:stretch>
        </p:blipFill>
        <p:spPr>
          <a:xfrm>
            <a:off x="5630967" y="1738811"/>
            <a:ext cx="2272854" cy="2813769"/>
          </a:xfrm>
          <a:prstGeom prst="rect">
            <a:avLst/>
          </a:prstGeom>
        </p:spPr>
      </p:pic>
      <p:sp>
        <p:nvSpPr>
          <p:cNvPr id="237" name="Google Shape;237;p58">
            <a:extLst>
              <a:ext uri="{FF2B5EF4-FFF2-40B4-BE49-F238E27FC236}">
                <a16:creationId xmlns:a16="http://schemas.microsoft.com/office/drawing/2014/main" id="{2511764A-2EEA-CFA5-80FF-60CAA7972A81}"/>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US" dirty="0"/>
              <a:t>Contest Flow</a:t>
            </a:r>
            <a:endParaRPr dirty="0"/>
          </a:p>
        </p:txBody>
      </p:sp>
      <p:sp>
        <p:nvSpPr>
          <p:cNvPr id="3" name="Google Shape;253;p60">
            <a:extLst>
              <a:ext uri="{FF2B5EF4-FFF2-40B4-BE49-F238E27FC236}">
                <a16:creationId xmlns:a16="http://schemas.microsoft.com/office/drawing/2014/main" id="{C964AB57-4ADD-716C-F6E9-D9F13A759601}"/>
              </a:ext>
            </a:extLst>
          </p:cNvPr>
          <p:cNvSpPr txBox="1">
            <a:spLocks noGrp="1"/>
          </p:cNvSpPr>
          <p:nvPr>
            <p:ph type="body" idx="1"/>
          </p:nvPr>
        </p:nvSpPr>
        <p:spPr>
          <a:xfrm>
            <a:off x="228624" y="761249"/>
            <a:ext cx="8686776" cy="3968405"/>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r>
              <a:rPr lang="en-US" dirty="0">
                <a:solidFill>
                  <a:schemeClr val="accent2"/>
                </a:solidFill>
              </a:rPr>
              <a:t>Flow 1</a:t>
            </a:r>
            <a:r>
              <a:rPr lang="en-US" b="0" dirty="0">
                <a:solidFill>
                  <a:schemeClr val="tx1"/>
                </a:solidFill>
              </a:rPr>
              <a:t>: U</a:t>
            </a:r>
            <a:r>
              <a:rPr lang="en-US" b="0" dirty="0"/>
              <a:t>sing CircuitOps format, perform resynthesis and update IR tables using OpenROAD.</a:t>
            </a:r>
            <a:endParaRPr lang="en-US" b="0" dirty="0">
              <a:solidFill>
                <a:schemeClr val="tx1"/>
              </a:solidFill>
            </a:endParaRPr>
          </a:p>
          <a:p>
            <a:pPr marL="177800" lvl="0" indent="-171450" algn="l" rtl="0">
              <a:lnSpc>
                <a:spcPct val="150000"/>
              </a:lnSpc>
              <a:spcBef>
                <a:spcPts val="0"/>
              </a:spcBef>
              <a:spcAft>
                <a:spcPts val="0"/>
              </a:spcAft>
              <a:buClr>
                <a:schemeClr val="dk1"/>
              </a:buClr>
              <a:buSzPts val="1500"/>
              <a:buChar char="•"/>
            </a:pPr>
            <a:r>
              <a:rPr lang="en-US" dirty="0">
                <a:solidFill>
                  <a:schemeClr val="accent2"/>
                </a:solidFill>
              </a:rPr>
              <a:t>Flow 2</a:t>
            </a:r>
            <a:r>
              <a:rPr lang="en-US" b="0" dirty="0">
                <a:solidFill>
                  <a:schemeClr val="tx1"/>
                </a:solidFill>
              </a:rPr>
              <a:t>: </a:t>
            </a:r>
            <a:r>
              <a:rPr lang="en-US" b="0" dirty="0"/>
              <a:t>Using standard EDA files, perform resynthesis and update </a:t>
            </a:r>
            <a:r>
              <a:rPr lang="en-US" b="0" dirty="0" err="1"/>
              <a:t>OpenDB</a:t>
            </a:r>
            <a:r>
              <a:rPr lang="en-US" b="0" dirty="0"/>
              <a:t>.</a:t>
            </a:r>
          </a:p>
        </p:txBody>
      </p:sp>
      <p:pic>
        <p:nvPicPr>
          <p:cNvPr id="4" name="Picture 3" descr="A diagram of a diagram&#10;&#10;AI-generated content may be incorrect.">
            <a:extLst>
              <a:ext uri="{FF2B5EF4-FFF2-40B4-BE49-F238E27FC236}">
                <a16:creationId xmlns:a16="http://schemas.microsoft.com/office/drawing/2014/main" id="{B7599AE9-6CEC-25C3-F36E-9414A213DC23}"/>
              </a:ext>
            </a:extLst>
          </p:cNvPr>
          <p:cNvPicPr>
            <a:picLocks noChangeAspect="1"/>
          </p:cNvPicPr>
          <p:nvPr/>
        </p:nvPicPr>
        <p:blipFill>
          <a:blip r:embed="rId3"/>
          <a:srcRect r="37343"/>
          <a:stretch>
            <a:fillRect/>
          </a:stretch>
        </p:blipFill>
        <p:spPr>
          <a:xfrm>
            <a:off x="1736465" y="1738811"/>
            <a:ext cx="3864236" cy="2813769"/>
          </a:xfrm>
          <a:prstGeom prst="rect">
            <a:avLst/>
          </a:prstGeom>
        </p:spPr>
      </p:pic>
      <p:sp>
        <p:nvSpPr>
          <p:cNvPr id="6" name="TextBox 5">
            <a:extLst>
              <a:ext uri="{FF2B5EF4-FFF2-40B4-BE49-F238E27FC236}">
                <a16:creationId xmlns:a16="http://schemas.microsoft.com/office/drawing/2014/main" id="{754ED486-B059-E599-054A-3942740FD240}"/>
              </a:ext>
            </a:extLst>
          </p:cNvPr>
          <p:cNvSpPr txBox="1"/>
          <p:nvPr/>
        </p:nvSpPr>
        <p:spPr>
          <a:xfrm>
            <a:off x="2264219" y="1677851"/>
            <a:ext cx="2838994" cy="276999"/>
          </a:xfrm>
          <a:prstGeom prst="rect">
            <a:avLst/>
          </a:prstGeom>
          <a:solidFill>
            <a:schemeClr val="bg1"/>
          </a:solidFill>
        </p:spPr>
        <p:txBody>
          <a:bodyPr wrap="square" rtlCol="0">
            <a:spAutoFit/>
          </a:bodyPr>
          <a:lstStyle/>
          <a:p>
            <a:pPr algn="ctr"/>
            <a:r>
              <a:rPr lang="en-US" sz="1200" b="1" dirty="0"/>
              <a:t>Flow1</a:t>
            </a:r>
            <a:r>
              <a:rPr lang="en-US" sz="1200" dirty="0"/>
              <a:t>: Using CircuitOps Format</a:t>
            </a:r>
          </a:p>
        </p:txBody>
      </p:sp>
      <p:sp>
        <p:nvSpPr>
          <p:cNvPr id="7" name="TextBox 6">
            <a:extLst>
              <a:ext uri="{FF2B5EF4-FFF2-40B4-BE49-F238E27FC236}">
                <a16:creationId xmlns:a16="http://schemas.microsoft.com/office/drawing/2014/main" id="{1D19E960-0507-B011-B24C-A0F07086119F}"/>
              </a:ext>
            </a:extLst>
          </p:cNvPr>
          <p:cNvSpPr txBox="1"/>
          <p:nvPr/>
        </p:nvSpPr>
        <p:spPr>
          <a:xfrm>
            <a:off x="5820251" y="1677851"/>
            <a:ext cx="1921668" cy="461665"/>
          </a:xfrm>
          <a:prstGeom prst="rect">
            <a:avLst/>
          </a:prstGeom>
          <a:solidFill>
            <a:schemeClr val="bg1"/>
          </a:solidFill>
        </p:spPr>
        <p:txBody>
          <a:bodyPr wrap="square" rtlCol="0">
            <a:spAutoFit/>
          </a:bodyPr>
          <a:lstStyle/>
          <a:p>
            <a:pPr algn="ctr"/>
            <a:r>
              <a:rPr lang="en-US" sz="1200" b="1" dirty="0"/>
              <a:t>Flow2</a:t>
            </a:r>
            <a:r>
              <a:rPr lang="en-US" sz="1200" dirty="0"/>
              <a:t>: Using Standard EDA Format</a:t>
            </a:r>
          </a:p>
        </p:txBody>
      </p:sp>
    </p:spTree>
    <p:extLst>
      <p:ext uri="{BB962C8B-B14F-4D97-AF65-F5344CB8AC3E}">
        <p14:creationId xmlns:p14="http://schemas.microsoft.com/office/powerpoint/2010/main" val="281050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2E1A101B-958A-8E81-97C0-031AAC31BDD5}"/>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740778FE-423E-3D52-1B16-701E15A10CAC}"/>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US" dirty="0"/>
              <a:t>Contest Infrastructure and Scripts</a:t>
            </a:r>
            <a:endParaRPr dirty="0"/>
          </a:p>
        </p:txBody>
      </p:sp>
      <p:sp>
        <p:nvSpPr>
          <p:cNvPr id="3" name="Google Shape;253;p60">
            <a:extLst>
              <a:ext uri="{FF2B5EF4-FFF2-40B4-BE49-F238E27FC236}">
                <a16:creationId xmlns:a16="http://schemas.microsoft.com/office/drawing/2014/main" id="{440AE3AC-0ED1-049C-462C-CDE51158BBEB}"/>
              </a:ext>
            </a:extLst>
          </p:cNvPr>
          <p:cNvSpPr txBox="1">
            <a:spLocks noGrp="1"/>
          </p:cNvSpPr>
          <p:nvPr>
            <p:ph type="body" idx="1"/>
          </p:nvPr>
        </p:nvSpPr>
        <p:spPr>
          <a:xfrm>
            <a:off x="228624" y="761249"/>
            <a:ext cx="8686776" cy="3968405"/>
          </a:xfrm>
          <a:prstGeom prst="rect">
            <a:avLst/>
          </a:prstGeom>
          <a:noFill/>
          <a:ln>
            <a:noFill/>
          </a:ln>
        </p:spPr>
        <p:txBody>
          <a:bodyPr spcFirstLastPara="1" wrap="square" lIns="68575" tIns="34275" rIns="68575" bIns="34275" anchor="t" anchorCtr="0">
            <a:noAutofit/>
          </a:bodyPr>
          <a:lstStyle/>
          <a:p>
            <a:pPr marL="6350" lvl="0" indent="0" algn="l" rtl="0">
              <a:lnSpc>
                <a:spcPct val="150000"/>
              </a:lnSpc>
              <a:spcBef>
                <a:spcPts val="0"/>
              </a:spcBef>
              <a:spcAft>
                <a:spcPts val="0"/>
              </a:spcAft>
              <a:buClr>
                <a:schemeClr val="dk1"/>
              </a:buClr>
              <a:buSzPts val="1500"/>
              <a:buNone/>
            </a:pPr>
            <a:r>
              <a:rPr lang="en-US" dirty="0">
                <a:solidFill>
                  <a:schemeClr val="accent2"/>
                </a:solidFill>
              </a:rPr>
              <a:t>Scripts provided:</a:t>
            </a:r>
          </a:p>
          <a:p>
            <a:pPr marL="177800" lvl="0" indent="-171450" algn="l" rtl="0">
              <a:lnSpc>
                <a:spcPct val="150000"/>
              </a:lnSpc>
              <a:spcBef>
                <a:spcPts val="0"/>
              </a:spcBef>
              <a:spcAft>
                <a:spcPts val="0"/>
              </a:spcAft>
              <a:buClr>
                <a:schemeClr val="dk1"/>
              </a:buClr>
              <a:buSzPts val="1500"/>
              <a:buChar char="•"/>
            </a:pPr>
            <a:r>
              <a:rPr lang="en-US" b="0" dirty="0">
                <a:solidFill>
                  <a:schemeClr val="tx1"/>
                </a:solidFill>
              </a:rPr>
              <a:t>Example script to perform all logic transformations using OpenROAD Python APIs.</a:t>
            </a:r>
          </a:p>
          <a:p>
            <a:pPr marL="177800" lvl="0" indent="-171450" algn="l" rtl="0">
              <a:lnSpc>
                <a:spcPct val="150000"/>
              </a:lnSpc>
              <a:spcBef>
                <a:spcPts val="0"/>
              </a:spcBef>
              <a:spcAft>
                <a:spcPts val="0"/>
              </a:spcAft>
              <a:buClr>
                <a:schemeClr val="dk1"/>
              </a:buClr>
              <a:buSzPts val="1500"/>
              <a:buChar char="•"/>
            </a:pPr>
            <a:r>
              <a:rPr lang="en-US" b="0" dirty="0">
                <a:solidFill>
                  <a:schemeClr val="tx1"/>
                </a:solidFill>
              </a:rPr>
              <a:t>Evaluation script to run placement and global routing using OpenROAD and extract timing metrics.</a:t>
            </a:r>
          </a:p>
          <a:p>
            <a:pPr marL="177800" lvl="0" indent="-171450" algn="l" rtl="0">
              <a:lnSpc>
                <a:spcPct val="150000"/>
              </a:lnSpc>
              <a:spcBef>
                <a:spcPts val="0"/>
              </a:spcBef>
              <a:spcAft>
                <a:spcPts val="0"/>
              </a:spcAft>
              <a:buClr>
                <a:schemeClr val="dk1"/>
              </a:buClr>
              <a:buSzPts val="1500"/>
              <a:buChar char="•"/>
            </a:pPr>
            <a:r>
              <a:rPr lang="en-US" b="0" dirty="0">
                <a:solidFill>
                  <a:schemeClr val="tx1"/>
                </a:solidFill>
              </a:rPr>
              <a:t>CircuitOps script to generate updated IR tables at any stage.</a:t>
            </a:r>
          </a:p>
        </p:txBody>
      </p:sp>
      <p:pic>
        <p:nvPicPr>
          <p:cNvPr id="5" name="Picture 4" descr="A diagram of a complex process&#10;&#10;AI-generated content may be incorrect.">
            <a:extLst>
              <a:ext uri="{FF2B5EF4-FFF2-40B4-BE49-F238E27FC236}">
                <a16:creationId xmlns:a16="http://schemas.microsoft.com/office/drawing/2014/main" id="{B2E0B41C-950A-A858-ADB1-4B85D99790DD}"/>
              </a:ext>
            </a:extLst>
          </p:cNvPr>
          <p:cNvPicPr>
            <a:picLocks noChangeAspect="1"/>
          </p:cNvPicPr>
          <p:nvPr/>
        </p:nvPicPr>
        <p:blipFill>
          <a:blip r:embed="rId3"/>
          <a:srcRect l="2765" r="46196" b="49572"/>
          <a:stretch>
            <a:fillRect/>
          </a:stretch>
        </p:blipFill>
        <p:spPr>
          <a:xfrm>
            <a:off x="4769032" y="2260833"/>
            <a:ext cx="2250894" cy="1282468"/>
          </a:xfrm>
          <a:prstGeom prst="rect">
            <a:avLst/>
          </a:prstGeom>
        </p:spPr>
      </p:pic>
      <p:pic>
        <p:nvPicPr>
          <p:cNvPr id="8" name="Picture 7" descr="A diagram of a complex process&#10;&#10;AI-generated content may be incorrect.">
            <a:extLst>
              <a:ext uri="{FF2B5EF4-FFF2-40B4-BE49-F238E27FC236}">
                <a16:creationId xmlns:a16="http://schemas.microsoft.com/office/drawing/2014/main" id="{BD4ACA6B-6FD7-1077-109A-77495E779B45}"/>
              </a:ext>
            </a:extLst>
          </p:cNvPr>
          <p:cNvPicPr>
            <a:picLocks noChangeAspect="1"/>
          </p:cNvPicPr>
          <p:nvPr/>
        </p:nvPicPr>
        <p:blipFill>
          <a:blip r:embed="rId3"/>
          <a:srcRect l="53805" b="63430"/>
          <a:stretch>
            <a:fillRect/>
          </a:stretch>
        </p:blipFill>
        <p:spPr>
          <a:xfrm>
            <a:off x="7019926" y="2260832"/>
            <a:ext cx="2037266" cy="930043"/>
          </a:xfrm>
          <a:prstGeom prst="rect">
            <a:avLst/>
          </a:prstGeom>
        </p:spPr>
      </p:pic>
      <p:pic>
        <p:nvPicPr>
          <p:cNvPr id="9" name="Picture 8" descr="A diagram of a complex process&#10;&#10;AI-generated content may be incorrect.">
            <a:extLst>
              <a:ext uri="{FF2B5EF4-FFF2-40B4-BE49-F238E27FC236}">
                <a16:creationId xmlns:a16="http://schemas.microsoft.com/office/drawing/2014/main" id="{BB5BA7AE-5548-EEA7-1FFF-79E39564BD16}"/>
              </a:ext>
            </a:extLst>
          </p:cNvPr>
          <p:cNvPicPr>
            <a:picLocks noChangeAspect="1"/>
          </p:cNvPicPr>
          <p:nvPr/>
        </p:nvPicPr>
        <p:blipFill>
          <a:blip r:embed="rId3"/>
          <a:srcRect l="2765" t="50428" r="46196"/>
          <a:stretch>
            <a:fillRect/>
          </a:stretch>
        </p:blipFill>
        <p:spPr>
          <a:xfrm>
            <a:off x="4769032" y="3543301"/>
            <a:ext cx="2250894" cy="1260706"/>
          </a:xfrm>
          <a:prstGeom prst="rect">
            <a:avLst/>
          </a:prstGeom>
        </p:spPr>
      </p:pic>
      <p:pic>
        <p:nvPicPr>
          <p:cNvPr id="10" name="Picture 9" descr="A diagram of a complex process&#10;&#10;AI-generated content may be incorrect.">
            <a:extLst>
              <a:ext uri="{FF2B5EF4-FFF2-40B4-BE49-F238E27FC236}">
                <a16:creationId xmlns:a16="http://schemas.microsoft.com/office/drawing/2014/main" id="{7AC866F2-7D48-EFE2-E7C4-47F395145846}"/>
              </a:ext>
            </a:extLst>
          </p:cNvPr>
          <p:cNvPicPr>
            <a:picLocks noChangeAspect="1"/>
          </p:cNvPicPr>
          <p:nvPr/>
        </p:nvPicPr>
        <p:blipFill>
          <a:blip r:embed="rId3"/>
          <a:srcRect l="53805" t="36570" b="30097"/>
          <a:stretch>
            <a:fillRect/>
          </a:stretch>
        </p:blipFill>
        <p:spPr>
          <a:xfrm>
            <a:off x="7019926" y="3190875"/>
            <a:ext cx="2037266" cy="847725"/>
          </a:xfrm>
          <a:prstGeom prst="rect">
            <a:avLst/>
          </a:prstGeom>
        </p:spPr>
      </p:pic>
      <p:pic>
        <p:nvPicPr>
          <p:cNvPr id="11" name="Picture 10" descr="A diagram of a complex process&#10;&#10;AI-generated content may be incorrect.">
            <a:extLst>
              <a:ext uri="{FF2B5EF4-FFF2-40B4-BE49-F238E27FC236}">
                <a16:creationId xmlns:a16="http://schemas.microsoft.com/office/drawing/2014/main" id="{31049CC8-F8ED-FD22-5C39-3B1482C4B1C1}"/>
              </a:ext>
            </a:extLst>
          </p:cNvPr>
          <p:cNvPicPr>
            <a:picLocks noChangeAspect="1"/>
          </p:cNvPicPr>
          <p:nvPr/>
        </p:nvPicPr>
        <p:blipFill>
          <a:blip r:embed="rId3"/>
          <a:srcRect l="53805" t="69903"/>
          <a:stretch>
            <a:fillRect/>
          </a:stretch>
        </p:blipFill>
        <p:spPr>
          <a:xfrm>
            <a:off x="7019926" y="4038600"/>
            <a:ext cx="2037266" cy="765407"/>
          </a:xfrm>
          <a:prstGeom prst="rect">
            <a:avLst/>
          </a:prstGeom>
        </p:spPr>
      </p:pic>
      <p:pic>
        <p:nvPicPr>
          <p:cNvPr id="12" name="Picture 11" descr="A diagram of a diagram&#10;&#10;AI-generated content may be incorrect.">
            <a:extLst>
              <a:ext uri="{FF2B5EF4-FFF2-40B4-BE49-F238E27FC236}">
                <a16:creationId xmlns:a16="http://schemas.microsoft.com/office/drawing/2014/main" id="{E034377D-5FE6-BD14-21FF-B87318668CB2}"/>
              </a:ext>
            </a:extLst>
          </p:cNvPr>
          <p:cNvPicPr>
            <a:picLocks noChangeAspect="1"/>
          </p:cNvPicPr>
          <p:nvPr/>
        </p:nvPicPr>
        <p:blipFill>
          <a:blip r:embed="rId4"/>
          <a:srcRect l="63147"/>
          <a:stretch>
            <a:fillRect/>
          </a:stretch>
        </p:blipFill>
        <p:spPr>
          <a:xfrm>
            <a:off x="2999577" y="2571750"/>
            <a:ext cx="1627663" cy="2015029"/>
          </a:xfrm>
          <a:prstGeom prst="rect">
            <a:avLst/>
          </a:prstGeom>
        </p:spPr>
      </p:pic>
      <p:pic>
        <p:nvPicPr>
          <p:cNvPr id="13" name="Picture 12" descr="A diagram of a diagram&#10;&#10;AI-generated content may be incorrect.">
            <a:extLst>
              <a:ext uri="{FF2B5EF4-FFF2-40B4-BE49-F238E27FC236}">
                <a16:creationId xmlns:a16="http://schemas.microsoft.com/office/drawing/2014/main" id="{7F021E2C-AF77-307E-B358-0B20191640D6}"/>
              </a:ext>
            </a:extLst>
          </p:cNvPr>
          <p:cNvPicPr>
            <a:picLocks noChangeAspect="1"/>
          </p:cNvPicPr>
          <p:nvPr/>
        </p:nvPicPr>
        <p:blipFill>
          <a:blip r:embed="rId4"/>
          <a:srcRect r="37343"/>
          <a:stretch>
            <a:fillRect/>
          </a:stretch>
        </p:blipFill>
        <p:spPr>
          <a:xfrm>
            <a:off x="228600" y="2571750"/>
            <a:ext cx="2767302" cy="2015029"/>
          </a:xfrm>
          <a:prstGeom prst="rect">
            <a:avLst/>
          </a:prstGeom>
        </p:spPr>
      </p:pic>
    </p:spTree>
    <p:extLst>
      <p:ext uri="{BB962C8B-B14F-4D97-AF65-F5344CB8AC3E}">
        <p14:creationId xmlns:p14="http://schemas.microsoft.com/office/powerpoint/2010/main" val="84806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B6296340-87DF-0604-17D1-F121AE05898B}"/>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787882EA-2232-0EE3-9C63-F71A7347373E}"/>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 dirty="0"/>
              <a:t>Outline</a:t>
            </a:r>
            <a:endParaRPr dirty="0"/>
          </a:p>
        </p:txBody>
      </p:sp>
      <p:sp>
        <p:nvSpPr>
          <p:cNvPr id="3" name="Google Shape;253;p60">
            <a:extLst>
              <a:ext uri="{FF2B5EF4-FFF2-40B4-BE49-F238E27FC236}">
                <a16:creationId xmlns:a16="http://schemas.microsoft.com/office/drawing/2014/main" id="{16DCC649-F073-44E3-15AC-145274214140}"/>
              </a:ext>
            </a:extLst>
          </p:cNvPr>
          <p:cNvSpPr txBox="1">
            <a:spLocks noGrp="1"/>
          </p:cNvSpPr>
          <p:nvPr>
            <p:ph type="body" idx="1"/>
          </p:nvPr>
        </p:nvSpPr>
        <p:spPr>
          <a:xfrm>
            <a:off x="228625" y="761250"/>
            <a:ext cx="7861016" cy="3415334"/>
          </a:xfrm>
          <a:prstGeom prst="rect">
            <a:avLst/>
          </a:prstGeom>
          <a:noFill/>
          <a:ln>
            <a:noFill/>
          </a:ln>
        </p:spPr>
        <p:txBody>
          <a:bodyPr spcFirstLastPara="1" wrap="square" lIns="68575" tIns="34275" rIns="68575" bIns="34275" anchor="t" anchorCtr="0">
            <a:noAutofit/>
          </a:bodyPr>
          <a:lstStyle/>
          <a:p>
            <a:pPr marL="182880" lvl="0" indent="-182880" algn="l" rtl="0">
              <a:lnSpc>
                <a:spcPct val="150000"/>
              </a:lnSpc>
              <a:spcBef>
                <a:spcPts val="0"/>
              </a:spcBef>
              <a:spcAft>
                <a:spcPts val="0"/>
              </a:spcAft>
              <a:buClr>
                <a:schemeClr val="dk1"/>
              </a:buClr>
              <a:buSzPts val="1500"/>
              <a:buChar char="•"/>
            </a:pPr>
            <a:r>
              <a:rPr lang="en-US" sz="2000" b="0" dirty="0">
                <a:solidFill>
                  <a:schemeClr val="tx1"/>
                </a:solidFill>
              </a:rPr>
              <a:t>Motivation and Background</a:t>
            </a:r>
          </a:p>
          <a:p>
            <a:pPr marL="182880" lvl="0" indent="-182880" algn="l" rtl="0">
              <a:lnSpc>
                <a:spcPct val="150000"/>
              </a:lnSpc>
              <a:spcBef>
                <a:spcPts val="0"/>
              </a:spcBef>
              <a:spcAft>
                <a:spcPts val="0"/>
              </a:spcAft>
              <a:buClr>
                <a:schemeClr val="dk1"/>
              </a:buClr>
              <a:buSzPts val="1500"/>
              <a:buChar char="•"/>
            </a:pPr>
            <a:r>
              <a:rPr lang="en-US" sz="2000" b="0" dirty="0">
                <a:solidFill>
                  <a:schemeClr val="tx1"/>
                </a:solidFill>
              </a:rPr>
              <a:t>Problem Description</a:t>
            </a:r>
            <a:endParaRPr sz="2000" b="0" dirty="0">
              <a:solidFill>
                <a:schemeClr val="tx1"/>
              </a:solidFill>
            </a:endParaRPr>
          </a:p>
          <a:p>
            <a:pPr marL="182880" indent="-182880">
              <a:lnSpc>
                <a:spcPct val="150000"/>
              </a:lnSpc>
              <a:spcBef>
                <a:spcPts val="0"/>
              </a:spcBef>
            </a:pPr>
            <a:r>
              <a:rPr lang="en-US" sz="2000" dirty="0">
                <a:solidFill>
                  <a:schemeClr val="accent2"/>
                </a:solidFill>
              </a:rPr>
              <a:t>Benchmarks</a:t>
            </a:r>
          </a:p>
          <a:p>
            <a:pPr marL="182880" lvl="0" indent="-182880">
              <a:lnSpc>
                <a:spcPct val="150000"/>
              </a:lnSpc>
              <a:spcBef>
                <a:spcPts val="0"/>
              </a:spcBef>
            </a:pPr>
            <a:r>
              <a:rPr lang="en-US" sz="2000" b="0" dirty="0"/>
              <a:t>Evaluation Methodology</a:t>
            </a:r>
          </a:p>
          <a:p>
            <a:pPr marL="182880" lvl="0" indent="-182880">
              <a:lnSpc>
                <a:spcPct val="150000"/>
              </a:lnSpc>
              <a:spcBef>
                <a:spcPts val="0"/>
              </a:spcBef>
            </a:pPr>
            <a:r>
              <a:rPr lang="en-US" sz="2000" b="0" i="0" dirty="0">
                <a:solidFill>
                  <a:srgbClr val="222222"/>
                </a:solidFill>
                <a:effectLst/>
                <a:latin typeface="Arial" panose="020B0604020202020204" pitchFamily="34" charset="0"/>
              </a:rPr>
              <a:t>Results</a:t>
            </a:r>
          </a:p>
          <a:p>
            <a:pPr marL="182880" lvl="0" indent="-182880">
              <a:lnSpc>
                <a:spcPct val="150000"/>
              </a:lnSpc>
              <a:spcBef>
                <a:spcPts val="0"/>
              </a:spcBef>
            </a:pPr>
            <a:r>
              <a:rPr lang="en-US" sz="2000" b="0" dirty="0">
                <a:solidFill>
                  <a:srgbClr val="222222"/>
                </a:solidFill>
                <a:latin typeface="Arial" panose="020B0604020202020204" pitchFamily="34" charset="0"/>
              </a:rPr>
              <a:t>Winners</a:t>
            </a:r>
            <a:endParaRPr lang="en-US" sz="2000" b="0" dirty="0"/>
          </a:p>
        </p:txBody>
      </p:sp>
    </p:spTree>
    <p:extLst>
      <p:ext uri="{BB962C8B-B14F-4D97-AF65-F5344CB8AC3E}">
        <p14:creationId xmlns:p14="http://schemas.microsoft.com/office/powerpoint/2010/main" val="358819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3D3FBAAD-E652-07EA-27B6-A2BFE2FB1220}"/>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B3A73D1D-BCDD-440C-0AF8-554774DE117F}"/>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Benchmark Generation</a:t>
            </a:r>
          </a:p>
        </p:txBody>
      </p:sp>
      <p:sp>
        <p:nvSpPr>
          <p:cNvPr id="3" name="Google Shape;253;p60">
            <a:extLst>
              <a:ext uri="{FF2B5EF4-FFF2-40B4-BE49-F238E27FC236}">
                <a16:creationId xmlns:a16="http://schemas.microsoft.com/office/drawing/2014/main" id="{23042EDB-F8EF-FF3F-E802-28F505393155}"/>
              </a:ext>
            </a:extLst>
          </p:cNvPr>
          <p:cNvSpPr txBox="1">
            <a:spLocks noGrp="1"/>
          </p:cNvSpPr>
          <p:nvPr>
            <p:ph type="body" idx="1"/>
          </p:nvPr>
        </p:nvSpPr>
        <p:spPr>
          <a:xfrm>
            <a:off x="228624" y="655439"/>
            <a:ext cx="8686776" cy="3533684"/>
          </a:xfrm>
          <a:prstGeom prst="rect">
            <a:avLst/>
          </a:prstGeom>
          <a:noFill/>
          <a:ln>
            <a:noFill/>
          </a:ln>
        </p:spPr>
        <p:txBody>
          <a:bodyPr spcFirstLastPara="1" wrap="square" lIns="68575" tIns="34275" rIns="68575" bIns="34275" anchor="t" anchorCtr="0">
            <a:noAutofit/>
          </a:bodyPr>
          <a:lstStyle/>
          <a:p>
            <a:pPr marL="177800" indent="-171450">
              <a:lnSpc>
                <a:spcPct val="150000"/>
              </a:lnSpc>
              <a:spcBef>
                <a:spcPts val="0"/>
              </a:spcBef>
            </a:pPr>
            <a:r>
              <a:rPr lang="en-US" b="0" dirty="0"/>
              <a:t>Eight designs from the TILOS </a:t>
            </a:r>
            <a:r>
              <a:rPr lang="en-US" b="0" dirty="0" err="1"/>
              <a:t>MacroPlacement</a:t>
            </a:r>
            <a:r>
              <a:rPr lang="en-US" b="0" dirty="0"/>
              <a:t> GitHub and four from IWLS 2005 benchmarks.</a:t>
            </a:r>
          </a:p>
          <a:p>
            <a:pPr marL="177800" indent="-171450">
              <a:lnSpc>
                <a:spcPct val="150000"/>
              </a:lnSpc>
              <a:spcBef>
                <a:spcPts val="0"/>
              </a:spcBef>
            </a:pPr>
            <a:r>
              <a:rPr lang="en-US" b="0" dirty="0"/>
              <a:t>Commercial tools are used for logic synthesis and </a:t>
            </a:r>
            <a:r>
              <a:rPr lang="en-US" b="0" dirty="0" err="1"/>
              <a:t>floorplanning</a:t>
            </a:r>
            <a:r>
              <a:rPr lang="en-US" b="0" dirty="0"/>
              <a:t>.</a:t>
            </a:r>
          </a:p>
          <a:p>
            <a:pPr marL="177800" indent="-171450">
              <a:lnSpc>
                <a:spcPct val="150000"/>
              </a:lnSpc>
              <a:spcBef>
                <a:spcPts val="0"/>
              </a:spcBef>
            </a:pPr>
            <a:r>
              <a:rPr lang="en-US" b="0" dirty="0"/>
              <a:t>Open-source tool OpenROAD is used for place and route.</a:t>
            </a:r>
          </a:p>
          <a:p>
            <a:pPr marL="635000" lvl="1" indent="-171450">
              <a:lnSpc>
                <a:spcPct val="150000"/>
              </a:lnSpc>
              <a:spcBef>
                <a:spcPts val="0"/>
              </a:spcBef>
              <a:buSzPts val="1500"/>
              <a:buChar char="•"/>
            </a:pPr>
            <a:endParaRPr lang="en-US" b="0" dirty="0"/>
          </a:p>
        </p:txBody>
      </p:sp>
      <p:sp>
        <p:nvSpPr>
          <p:cNvPr id="6" name="TextBox 5">
            <a:extLst>
              <a:ext uri="{FF2B5EF4-FFF2-40B4-BE49-F238E27FC236}">
                <a16:creationId xmlns:a16="http://schemas.microsoft.com/office/drawing/2014/main" id="{19482AA4-9CB3-7B76-6679-317D98B32A98}"/>
              </a:ext>
            </a:extLst>
          </p:cNvPr>
          <p:cNvSpPr txBox="1"/>
          <p:nvPr/>
        </p:nvSpPr>
        <p:spPr>
          <a:xfrm>
            <a:off x="228600" y="4538667"/>
            <a:ext cx="4505560" cy="338554"/>
          </a:xfrm>
          <a:prstGeom prst="rect">
            <a:avLst/>
          </a:prstGeom>
          <a:noFill/>
        </p:spPr>
        <p:txBody>
          <a:bodyPr wrap="square" rtlCol="0">
            <a:spAutoFit/>
          </a:bodyPr>
          <a:lstStyle/>
          <a:p>
            <a:r>
              <a:rPr lang="en-US" sz="800" dirty="0"/>
              <a:t>“TILOS </a:t>
            </a:r>
            <a:r>
              <a:rPr lang="en-US" sz="800" dirty="0" err="1"/>
              <a:t>MacroPlacement</a:t>
            </a:r>
            <a:r>
              <a:rPr lang="en-US" sz="800" dirty="0"/>
              <a:t>.” https://github.com/TILOS-AI-Institute/ </a:t>
            </a:r>
            <a:r>
              <a:rPr lang="en-US" sz="800" dirty="0" err="1"/>
              <a:t>MacroPlacement</a:t>
            </a:r>
            <a:r>
              <a:rPr lang="en-US" sz="800" dirty="0"/>
              <a:t>, 2024.</a:t>
            </a:r>
          </a:p>
          <a:p>
            <a:r>
              <a:rPr lang="en-US" sz="800" dirty="0"/>
              <a:t>“IWLS 2005 Benchmarks.” https://iwls.org/iwls2005/benchmarks.html,2005.</a:t>
            </a:r>
          </a:p>
        </p:txBody>
      </p:sp>
      <p:pic>
        <p:nvPicPr>
          <p:cNvPr id="4" name="Picture 3" descr="A diagram of a software development process&#10;&#10;AI-generated content may be incorrect.">
            <a:extLst>
              <a:ext uri="{FF2B5EF4-FFF2-40B4-BE49-F238E27FC236}">
                <a16:creationId xmlns:a16="http://schemas.microsoft.com/office/drawing/2014/main" id="{E7AE5171-D699-C9EC-A170-E43A6603F747}"/>
              </a:ext>
            </a:extLst>
          </p:cNvPr>
          <p:cNvPicPr>
            <a:picLocks noChangeAspect="1"/>
          </p:cNvPicPr>
          <p:nvPr/>
        </p:nvPicPr>
        <p:blipFill>
          <a:blip r:embed="rId3"/>
          <a:stretch>
            <a:fillRect/>
          </a:stretch>
        </p:blipFill>
        <p:spPr>
          <a:xfrm>
            <a:off x="1919714" y="1829938"/>
            <a:ext cx="5304572" cy="2658124"/>
          </a:xfrm>
          <a:prstGeom prst="rect">
            <a:avLst/>
          </a:prstGeom>
        </p:spPr>
      </p:pic>
      <p:sp>
        <p:nvSpPr>
          <p:cNvPr id="2" name="Rectangle: Rounded Corners 1">
            <a:extLst>
              <a:ext uri="{FF2B5EF4-FFF2-40B4-BE49-F238E27FC236}">
                <a16:creationId xmlns:a16="http://schemas.microsoft.com/office/drawing/2014/main" id="{C570D774-E785-D81C-4B75-6B496F43AC71}"/>
              </a:ext>
            </a:extLst>
          </p:cNvPr>
          <p:cNvSpPr/>
          <p:nvPr/>
        </p:nvSpPr>
        <p:spPr>
          <a:xfrm>
            <a:off x="4381500" y="3459218"/>
            <a:ext cx="981075" cy="627008"/>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5" name="Rectangle: Rounded Corners 4">
            <a:extLst>
              <a:ext uri="{FF2B5EF4-FFF2-40B4-BE49-F238E27FC236}">
                <a16:creationId xmlns:a16="http://schemas.microsoft.com/office/drawing/2014/main" id="{9CADA0CF-D61F-5AC5-1916-FAF7F6BC0148}"/>
              </a:ext>
            </a:extLst>
          </p:cNvPr>
          <p:cNvSpPr/>
          <p:nvPr/>
        </p:nvSpPr>
        <p:spPr>
          <a:xfrm>
            <a:off x="5372100" y="3435742"/>
            <a:ext cx="1691090" cy="964807"/>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 name="Rectangle: Rounded Corners 6">
            <a:extLst>
              <a:ext uri="{FF2B5EF4-FFF2-40B4-BE49-F238E27FC236}">
                <a16:creationId xmlns:a16="http://schemas.microsoft.com/office/drawing/2014/main" id="{3D7296CA-27A8-4621-51ED-65F637891D0A}"/>
              </a:ext>
            </a:extLst>
          </p:cNvPr>
          <p:cNvSpPr/>
          <p:nvPr/>
        </p:nvSpPr>
        <p:spPr>
          <a:xfrm>
            <a:off x="2090335" y="3426217"/>
            <a:ext cx="2053040" cy="964807"/>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Tree>
    <p:extLst>
      <p:ext uri="{BB962C8B-B14F-4D97-AF65-F5344CB8AC3E}">
        <p14:creationId xmlns:p14="http://schemas.microsoft.com/office/powerpoint/2010/main" val="281486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CEDDE8F3-3BDF-BB92-9CBC-A1609C3D5F64}"/>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1288DCB1-91E3-4EC7-751F-D25A7A0E8707}"/>
              </a:ext>
            </a:extLst>
          </p:cNvPr>
          <p:cNvSpPr txBox="1">
            <a:spLocks noGrp="1"/>
          </p:cNvSpPr>
          <p:nvPr>
            <p:ph type="title"/>
          </p:nvPr>
        </p:nvSpPr>
        <p:spPr>
          <a:xfrm>
            <a:off x="228600" y="180975"/>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Benchmark Statistics</a:t>
            </a:r>
          </a:p>
        </p:txBody>
      </p:sp>
      <p:sp>
        <p:nvSpPr>
          <p:cNvPr id="2" name="TextBox 1">
            <a:extLst>
              <a:ext uri="{FF2B5EF4-FFF2-40B4-BE49-F238E27FC236}">
                <a16:creationId xmlns:a16="http://schemas.microsoft.com/office/drawing/2014/main" id="{51A9E446-78C5-317F-C8D1-5BFDC6C34511}"/>
              </a:ext>
            </a:extLst>
          </p:cNvPr>
          <p:cNvSpPr txBox="1"/>
          <p:nvPr/>
        </p:nvSpPr>
        <p:spPr>
          <a:xfrm>
            <a:off x="513056" y="615362"/>
            <a:ext cx="4163447" cy="276999"/>
          </a:xfrm>
          <a:prstGeom prst="rect">
            <a:avLst/>
          </a:prstGeom>
          <a:noFill/>
        </p:spPr>
        <p:txBody>
          <a:bodyPr wrap="square" rtlCol="0">
            <a:spAutoFit/>
          </a:bodyPr>
          <a:lstStyle/>
          <a:p>
            <a:r>
              <a:rPr lang="en-TW" sz="1200" dirty="0">
                <a:highlight>
                  <a:srgbClr val="F3C8D6"/>
                </a:highlight>
              </a:rPr>
              <a:t>MacroPlacment GitHib</a:t>
            </a:r>
            <a:r>
              <a:rPr lang="en-US" sz="1200" dirty="0"/>
              <a:t>	</a:t>
            </a:r>
            <a:r>
              <a:rPr lang="en-US" sz="1200" dirty="0">
                <a:solidFill>
                  <a:schemeClr val="tx1"/>
                </a:solidFill>
                <a:highlight>
                  <a:srgbClr val="E5F7CF"/>
                </a:highlight>
              </a:rPr>
              <a:t>IWLS 2005 benchmarks</a:t>
            </a:r>
            <a:endParaRPr lang="en-TW" sz="1200" dirty="0">
              <a:solidFill>
                <a:schemeClr val="tx1"/>
              </a:solidFill>
              <a:highlight>
                <a:srgbClr val="E5F7CF"/>
              </a:highlight>
            </a:endParaRPr>
          </a:p>
        </p:txBody>
      </p:sp>
      <p:graphicFrame>
        <p:nvGraphicFramePr>
          <p:cNvPr id="9" name="Table 8">
            <a:extLst>
              <a:ext uri="{FF2B5EF4-FFF2-40B4-BE49-F238E27FC236}">
                <a16:creationId xmlns:a16="http://schemas.microsoft.com/office/drawing/2014/main" id="{9686D9B9-B7EC-C955-8928-59AC22D287F8}"/>
              </a:ext>
            </a:extLst>
          </p:cNvPr>
          <p:cNvGraphicFramePr>
            <a:graphicFrameLocks noGrp="1"/>
          </p:cNvGraphicFramePr>
          <p:nvPr>
            <p:extLst>
              <p:ext uri="{D42A27DB-BD31-4B8C-83A1-F6EECF244321}">
                <p14:modId xmlns:p14="http://schemas.microsoft.com/office/powerpoint/2010/main" val="3580256072"/>
              </p:ext>
            </p:extLst>
          </p:nvPr>
        </p:nvGraphicFramePr>
        <p:xfrm>
          <a:off x="427331" y="1048637"/>
          <a:ext cx="8032261" cy="3502229"/>
        </p:xfrm>
        <a:graphic>
          <a:graphicData uri="http://schemas.openxmlformats.org/drawingml/2006/table">
            <a:tbl>
              <a:tblPr firstRow="1">
                <a:tableStyleId>{69012ECD-51FC-41F1-AA8D-1B2483CD663E}</a:tableStyleId>
              </a:tblPr>
              <a:tblGrid>
                <a:gridCol w="1700530">
                  <a:extLst>
                    <a:ext uri="{9D8B030D-6E8A-4147-A177-3AD203B41FA5}">
                      <a16:colId xmlns:a16="http://schemas.microsoft.com/office/drawing/2014/main" val="2423399171"/>
                    </a:ext>
                  </a:extLst>
                </a:gridCol>
                <a:gridCol w="904533">
                  <a:extLst>
                    <a:ext uri="{9D8B030D-6E8A-4147-A177-3AD203B41FA5}">
                      <a16:colId xmlns:a16="http://schemas.microsoft.com/office/drawing/2014/main" val="1401114060"/>
                    </a:ext>
                  </a:extLst>
                </a:gridCol>
                <a:gridCol w="904533">
                  <a:extLst>
                    <a:ext uri="{9D8B030D-6E8A-4147-A177-3AD203B41FA5}">
                      <a16:colId xmlns:a16="http://schemas.microsoft.com/office/drawing/2014/main" val="2428908428"/>
                    </a:ext>
                  </a:extLst>
                </a:gridCol>
                <a:gridCol w="904533">
                  <a:extLst>
                    <a:ext uri="{9D8B030D-6E8A-4147-A177-3AD203B41FA5}">
                      <a16:colId xmlns:a16="http://schemas.microsoft.com/office/drawing/2014/main" val="3634445825"/>
                    </a:ext>
                  </a:extLst>
                </a:gridCol>
                <a:gridCol w="904533">
                  <a:extLst>
                    <a:ext uri="{9D8B030D-6E8A-4147-A177-3AD203B41FA5}">
                      <a16:colId xmlns:a16="http://schemas.microsoft.com/office/drawing/2014/main" val="143439838"/>
                    </a:ext>
                  </a:extLst>
                </a:gridCol>
                <a:gridCol w="904533">
                  <a:extLst>
                    <a:ext uri="{9D8B030D-6E8A-4147-A177-3AD203B41FA5}">
                      <a16:colId xmlns:a16="http://schemas.microsoft.com/office/drawing/2014/main" val="2491213641"/>
                    </a:ext>
                  </a:extLst>
                </a:gridCol>
                <a:gridCol w="927442">
                  <a:extLst>
                    <a:ext uri="{9D8B030D-6E8A-4147-A177-3AD203B41FA5}">
                      <a16:colId xmlns:a16="http://schemas.microsoft.com/office/drawing/2014/main" val="1515890985"/>
                    </a:ext>
                  </a:extLst>
                </a:gridCol>
                <a:gridCol w="881624">
                  <a:extLst>
                    <a:ext uri="{9D8B030D-6E8A-4147-A177-3AD203B41FA5}">
                      <a16:colId xmlns:a16="http://schemas.microsoft.com/office/drawing/2014/main" val="2847890753"/>
                    </a:ext>
                  </a:extLst>
                </a:gridCol>
              </a:tblGrid>
              <a:tr h="884189">
                <a:tc>
                  <a:txBody>
                    <a:bodyPr/>
                    <a:lstStyle/>
                    <a:p>
                      <a:pPr algn="ctr" rtl="0" fontAlgn="b">
                        <a:buNone/>
                      </a:pPr>
                      <a:r>
                        <a:rPr lang="en-US" sz="1000" dirty="0">
                          <a:solidFill>
                            <a:schemeClr val="tx1"/>
                          </a:solidFill>
                          <a:effectLst/>
                        </a:rPr>
                        <a:t>Design</a:t>
                      </a:r>
                    </a:p>
                  </a:txBody>
                  <a:tcPr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000" dirty="0">
                          <a:solidFill>
                            <a:schemeClr val="tx1"/>
                          </a:solidFill>
                          <a:effectLst/>
                        </a:rPr>
                        <a:t>Instance Count</a:t>
                      </a:r>
                    </a:p>
                  </a:txBody>
                  <a:tcPr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000" dirty="0">
                          <a:solidFill>
                            <a:schemeClr val="tx1"/>
                          </a:solidFill>
                          <a:effectLst/>
                        </a:rPr>
                        <a:t>Clock </a:t>
                      </a:r>
                    </a:p>
                    <a:p>
                      <a:pPr algn="ctr" rtl="0" fontAlgn="b">
                        <a:buNone/>
                      </a:pPr>
                      <a:r>
                        <a:rPr lang="en-US" sz="1000" dirty="0">
                          <a:solidFill>
                            <a:schemeClr val="tx1"/>
                          </a:solidFill>
                          <a:effectLst/>
                        </a:rPr>
                        <a:t>Period </a:t>
                      </a:r>
                    </a:p>
                    <a:p>
                      <a:pPr algn="ctr" rtl="0" fontAlgn="b">
                        <a:buNone/>
                      </a:pPr>
                      <a:r>
                        <a:rPr lang="en-US" sz="1000" dirty="0">
                          <a:solidFill>
                            <a:schemeClr val="tx1"/>
                          </a:solidFill>
                          <a:effectLst/>
                        </a:rPr>
                        <a:t>(ns)</a:t>
                      </a:r>
                    </a:p>
                  </a:txBody>
                  <a:tcPr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000" dirty="0">
                          <a:solidFill>
                            <a:schemeClr val="tx1"/>
                          </a:solidFill>
                          <a:effectLst/>
                        </a:rPr>
                        <a:t>WNS</a:t>
                      </a:r>
                    </a:p>
                    <a:p>
                      <a:pPr algn="ctr" rtl="0" fontAlgn="b">
                        <a:buNone/>
                      </a:pPr>
                      <a:r>
                        <a:rPr lang="en-US" sz="1000" dirty="0">
                          <a:solidFill>
                            <a:schemeClr val="tx1"/>
                          </a:solidFill>
                          <a:effectLst/>
                        </a:rPr>
                        <a:t>(ns)</a:t>
                      </a:r>
                    </a:p>
                  </a:txBody>
                  <a:tcPr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000" dirty="0">
                          <a:solidFill>
                            <a:schemeClr val="tx1"/>
                          </a:solidFill>
                          <a:effectLst/>
                        </a:rPr>
                        <a:t>TNS </a:t>
                      </a:r>
                    </a:p>
                    <a:p>
                      <a:pPr algn="ctr" rtl="0" fontAlgn="b">
                        <a:buNone/>
                      </a:pPr>
                      <a:r>
                        <a:rPr lang="en-US" sz="1000" dirty="0">
                          <a:solidFill>
                            <a:schemeClr val="tx1"/>
                          </a:solidFill>
                          <a:effectLst/>
                        </a:rPr>
                        <a:t>(ns)</a:t>
                      </a:r>
                    </a:p>
                  </a:txBody>
                  <a:tcPr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000" dirty="0">
                          <a:solidFill>
                            <a:schemeClr val="tx1"/>
                          </a:solidFill>
                          <a:effectLst/>
                        </a:rPr>
                        <a:t>Total Slew Violation Difference (ns)</a:t>
                      </a:r>
                    </a:p>
                  </a:txBody>
                  <a:tcPr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000" dirty="0">
                          <a:solidFill>
                            <a:schemeClr val="tx1"/>
                          </a:solidFill>
                          <a:effectLst/>
                        </a:rPr>
                        <a:t>Total Load Capacitance Violation Difference </a:t>
                      </a:r>
                    </a:p>
                    <a:p>
                      <a:pPr algn="ctr" rtl="0" fontAlgn="b">
                        <a:buNone/>
                      </a:pPr>
                      <a:r>
                        <a:rPr lang="en-US" sz="1000" dirty="0">
                          <a:solidFill>
                            <a:schemeClr val="tx1"/>
                          </a:solidFill>
                          <a:effectLst/>
                        </a:rPr>
                        <a:t>(</a:t>
                      </a:r>
                      <a:r>
                        <a:rPr lang="en-US" sz="1000" dirty="0" err="1">
                          <a:solidFill>
                            <a:schemeClr val="tx1"/>
                          </a:solidFill>
                          <a:effectLst/>
                        </a:rPr>
                        <a:t>fF</a:t>
                      </a:r>
                      <a:r>
                        <a:rPr lang="en-US" sz="1000" dirty="0">
                          <a:solidFill>
                            <a:schemeClr val="tx1"/>
                          </a:solidFill>
                          <a:effectLst/>
                        </a:rPr>
                        <a:t>)</a:t>
                      </a:r>
                    </a:p>
                  </a:txBody>
                  <a:tcPr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000" dirty="0">
                          <a:solidFill>
                            <a:schemeClr val="tx1"/>
                          </a:solidFill>
                          <a:effectLst/>
                        </a:rPr>
                        <a:t>Leakage Power </a:t>
                      </a:r>
                    </a:p>
                    <a:p>
                      <a:pPr algn="ctr" rtl="0" fontAlgn="b">
                        <a:buNone/>
                      </a:pPr>
                      <a:r>
                        <a:rPr lang="en-US" sz="1000" dirty="0">
                          <a:solidFill>
                            <a:schemeClr val="tx1"/>
                          </a:solidFill>
                          <a:effectLst/>
                        </a:rPr>
                        <a:t>(</a:t>
                      </a:r>
                      <a:r>
                        <a:rPr lang="en-US" sz="1000" dirty="0" err="1">
                          <a:solidFill>
                            <a:schemeClr val="tx1"/>
                          </a:solidFill>
                          <a:effectLst/>
                        </a:rPr>
                        <a:t>uW</a:t>
                      </a:r>
                      <a:r>
                        <a:rPr lang="en-US" sz="1000" dirty="0">
                          <a:solidFill>
                            <a:schemeClr val="tx1"/>
                          </a:solidFill>
                          <a:effectLst/>
                        </a:rPr>
                        <a:t>)</a:t>
                      </a:r>
                    </a:p>
                  </a:txBody>
                  <a:tcPr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3149886"/>
                  </a:ext>
                </a:extLst>
              </a:tr>
              <a:tr h="218170">
                <a:tc>
                  <a:txBody>
                    <a:bodyPr/>
                    <a:lstStyle/>
                    <a:p>
                      <a:pPr algn="ctr" rtl="0" fontAlgn="b">
                        <a:buNone/>
                      </a:pPr>
                      <a:r>
                        <a:rPr lang="en-US" sz="900" dirty="0">
                          <a:effectLst/>
                        </a:rPr>
                        <a:t>ac97_top</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F7CF"/>
                    </a:solidFill>
                  </a:tcPr>
                </a:tc>
                <a:tc>
                  <a:txBody>
                    <a:bodyPr/>
                    <a:lstStyle/>
                    <a:p>
                      <a:pPr algn="r" rtl="0" fontAlgn="b">
                        <a:buNone/>
                      </a:pPr>
                      <a:r>
                        <a:rPr lang="en-US" sz="900" dirty="0">
                          <a:effectLst/>
                        </a:rPr>
                        <a:t>8029</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0.12</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-0.068</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-17.921</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0.506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0</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82.793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220524"/>
                  </a:ext>
                </a:extLst>
              </a:tr>
              <a:tr h="218170">
                <a:tc>
                  <a:txBody>
                    <a:bodyPr/>
                    <a:lstStyle/>
                    <a:p>
                      <a:pPr algn="ctr" rtl="0" fontAlgn="b">
                        <a:buNone/>
                      </a:pPr>
                      <a:r>
                        <a:rPr lang="en-US" sz="900" dirty="0" err="1">
                          <a:effectLst/>
                        </a:rPr>
                        <a:t>aes_cipher_top</a:t>
                      </a:r>
                      <a:endParaRPr lang="en-US" sz="900" dirty="0">
                        <a:effectLst/>
                      </a:endParaRP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F7CF"/>
                    </a:solidFill>
                  </a:tcPr>
                </a:tc>
                <a:tc>
                  <a:txBody>
                    <a:bodyPr/>
                    <a:lstStyle/>
                    <a:p>
                      <a:pPr algn="r" rtl="0" fontAlgn="b">
                        <a:buNone/>
                      </a:pPr>
                      <a:r>
                        <a:rPr lang="en-US" sz="900" dirty="0">
                          <a:effectLst/>
                        </a:rPr>
                        <a:t>10965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0.32</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-0.161</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-18.846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9.769</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6.589</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29.763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2685693"/>
                  </a:ext>
                </a:extLst>
              </a:tr>
              <a:tr h="218170">
                <a:tc>
                  <a:txBody>
                    <a:bodyPr/>
                    <a:lstStyle/>
                    <a:p>
                      <a:pPr algn="ctr" rtl="0" fontAlgn="b">
                        <a:buNone/>
                      </a:pPr>
                      <a:r>
                        <a:rPr lang="en-US" sz="900" dirty="0" err="1">
                          <a:effectLst/>
                        </a:rPr>
                        <a:t>NV_NVDLA_partition_m</a:t>
                      </a:r>
                      <a:endParaRPr lang="en-US" sz="900" dirty="0">
                        <a:effectLst/>
                      </a:endParaRP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C8D6"/>
                    </a:solidFill>
                  </a:tcPr>
                </a:tc>
                <a:tc>
                  <a:txBody>
                    <a:bodyPr/>
                    <a:lstStyle/>
                    <a:p>
                      <a:pPr algn="r" rtl="0" fontAlgn="b">
                        <a:buNone/>
                      </a:pPr>
                      <a:r>
                        <a:rPr lang="en-US" sz="900" dirty="0">
                          <a:effectLst/>
                        </a:rPr>
                        <a:t>17843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-0.209</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-11.906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54.497</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344.927</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161.323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9318288"/>
                  </a:ext>
                </a:extLst>
              </a:tr>
              <a:tr h="218170">
                <a:tc>
                  <a:txBody>
                    <a:bodyPr/>
                    <a:lstStyle/>
                    <a:p>
                      <a:pPr algn="ctr" rtl="0" fontAlgn="b">
                        <a:buNone/>
                      </a:pPr>
                      <a:r>
                        <a:rPr lang="en-US" sz="900" dirty="0" err="1">
                          <a:effectLst/>
                        </a:rPr>
                        <a:t>fpu</a:t>
                      </a:r>
                      <a:endParaRPr lang="en-US" sz="900" dirty="0">
                        <a:effectLst/>
                      </a:endParaRP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F7CF"/>
                    </a:solidFill>
                  </a:tcPr>
                </a:tc>
                <a:tc>
                  <a:txBody>
                    <a:bodyPr/>
                    <a:lstStyle/>
                    <a:p>
                      <a:pPr algn="r" rtl="0" fontAlgn="b">
                        <a:buNone/>
                      </a:pPr>
                      <a:r>
                        <a:rPr lang="en-US" sz="900">
                          <a:effectLst/>
                        </a:rPr>
                        <a:t>19725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3.68</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-1.208</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-59.335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23.786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4.546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19.254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3981016"/>
                  </a:ext>
                </a:extLst>
              </a:tr>
              <a:tr h="218170">
                <a:tc>
                  <a:txBody>
                    <a:bodyPr/>
                    <a:lstStyle/>
                    <a:p>
                      <a:pPr algn="ctr" rtl="0" fontAlgn="b">
                        <a:buNone/>
                      </a:pPr>
                      <a:r>
                        <a:rPr lang="en-US" sz="900" dirty="0" err="1">
                          <a:effectLst/>
                        </a:rPr>
                        <a:t>NV_NVDLA_partition_p</a:t>
                      </a:r>
                      <a:endParaRPr lang="en-US" sz="900" dirty="0">
                        <a:effectLst/>
                      </a:endParaRP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C8D6"/>
                    </a:solidFill>
                  </a:tcPr>
                </a:tc>
                <a:tc>
                  <a:txBody>
                    <a:bodyPr/>
                    <a:lstStyle/>
                    <a:p>
                      <a:pPr algn="r" rtl="0" fontAlgn="b">
                        <a:buNone/>
                      </a:pPr>
                      <a:r>
                        <a:rPr lang="en-US" sz="900">
                          <a:effectLst/>
                        </a:rPr>
                        <a:t>58216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1</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-0.492</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-747.111</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1386.116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7692.259</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579.834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5903157"/>
                  </a:ext>
                </a:extLst>
              </a:tr>
              <a:tr h="218170">
                <a:tc>
                  <a:txBody>
                    <a:bodyPr/>
                    <a:lstStyle/>
                    <a:p>
                      <a:pPr algn="ctr" rtl="0" fontAlgn="b">
                        <a:buNone/>
                      </a:pPr>
                      <a:r>
                        <a:rPr lang="en-US" sz="900" dirty="0" err="1">
                          <a:effectLst/>
                        </a:rPr>
                        <a:t>NV_NVDLA_partition_p_mod</a:t>
                      </a:r>
                      <a:endParaRPr lang="en-US" sz="900" dirty="0">
                        <a:effectLst/>
                      </a:endParaRP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C8D6"/>
                    </a:solidFill>
                  </a:tcPr>
                </a:tc>
                <a:tc>
                  <a:txBody>
                    <a:bodyPr/>
                    <a:lstStyle/>
                    <a:p>
                      <a:pPr algn="r" rtl="0" fontAlgn="b">
                        <a:buNone/>
                      </a:pPr>
                      <a:r>
                        <a:rPr lang="en-US" sz="900" dirty="0">
                          <a:effectLst/>
                        </a:rPr>
                        <a:t>58026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1.2</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-0.431</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-391.007</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1199.429</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7483.045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579.445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6558230"/>
                  </a:ext>
                </a:extLst>
              </a:tr>
              <a:tr h="218170">
                <a:tc>
                  <a:txBody>
                    <a:bodyPr/>
                    <a:lstStyle/>
                    <a:p>
                      <a:pPr algn="ctr" rtl="0" fontAlgn="b">
                        <a:buNone/>
                      </a:pPr>
                      <a:r>
                        <a:rPr lang="en-US" sz="900" dirty="0" err="1">
                          <a:effectLst/>
                        </a:rPr>
                        <a:t>NV_NVDLA_partition_c</a:t>
                      </a:r>
                      <a:endParaRPr lang="en-US" sz="900" dirty="0">
                        <a:effectLst/>
                      </a:endParaRP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C8D6"/>
                    </a:solidFill>
                  </a:tcPr>
                </a:tc>
                <a:tc>
                  <a:txBody>
                    <a:bodyPr/>
                    <a:lstStyle/>
                    <a:p>
                      <a:pPr algn="r" rtl="0" fontAlgn="b">
                        <a:buNone/>
                      </a:pPr>
                      <a:r>
                        <a:rPr lang="en-US" sz="900" dirty="0">
                          <a:effectLst/>
                        </a:rPr>
                        <a:t>155686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-0.722</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-18.825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20854.780</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66908.070</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18099.664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1841147"/>
                  </a:ext>
                </a:extLst>
              </a:tr>
              <a:tr h="218170">
                <a:tc>
                  <a:txBody>
                    <a:bodyPr/>
                    <a:lstStyle/>
                    <a:p>
                      <a:pPr algn="ctr" rtl="0" fontAlgn="b">
                        <a:buNone/>
                      </a:pPr>
                      <a:r>
                        <a:rPr lang="en-US" sz="900" dirty="0">
                          <a:effectLst/>
                        </a:rPr>
                        <a:t>Hidden1</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5F7CF"/>
                    </a:solidFill>
                  </a:tcPr>
                </a:tc>
                <a:tc>
                  <a:txBody>
                    <a:bodyPr/>
                    <a:lstStyle/>
                    <a:p>
                      <a:pPr algn="r" rtl="0" fontAlgn="b">
                        <a:buNone/>
                      </a:pPr>
                      <a:r>
                        <a:rPr lang="en-US" sz="900" dirty="0">
                          <a:effectLst/>
                        </a:rPr>
                        <a:t>12130</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0.6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-0.423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-0.423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1.788</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52.897</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9481766"/>
                  </a:ext>
                </a:extLst>
              </a:tr>
              <a:tr h="218170">
                <a:tc>
                  <a:txBody>
                    <a:bodyPr/>
                    <a:lstStyle/>
                    <a:p>
                      <a:pPr algn="ctr" rtl="0" fontAlgn="b">
                        <a:buNone/>
                      </a:pPr>
                      <a:r>
                        <a:rPr lang="en-US" sz="900" dirty="0">
                          <a:effectLst/>
                        </a:rPr>
                        <a:t>Hidden2</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C8D6"/>
                    </a:solidFill>
                  </a:tcPr>
                </a:tc>
                <a:tc>
                  <a:txBody>
                    <a:bodyPr/>
                    <a:lstStyle/>
                    <a:p>
                      <a:pPr algn="r" rtl="0" fontAlgn="b">
                        <a:buNone/>
                      </a:pPr>
                      <a:r>
                        <a:rPr lang="en-US" sz="900">
                          <a:effectLst/>
                        </a:rPr>
                        <a:t>32795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0.8</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-0.338</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-139.020</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5410.290</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8087.704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347.034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532996"/>
                  </a:ext>
                </a:extLst>
              </a:tr>
              <a:tr h="218170">
                <a:tc>
                  <a:txBody>
                    <a:bodyPr/>
                    <a:lstStyle/>
                    <a:p>
                      <a:pPr algn="ctr" rtl="0" fontAlgn="b">
                        <a:buNone/>
                      </a:pPr>
                      <a:r>
                        <a:rPr lang="en-US" sz="900" dirty="0">
                          <a:effectLst/>
                        </a:rPr>
                        <a:t>Hidden3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C8D6"/>
                    </a:solidFill>
                  </a:tcPr>
                </a:tc>
                <a:tc>
                  <a:txBody>
                    <a:bodyPr/>
                    <a:lstStyle/>
                    <a:p>
                      <a:pPr algn="r" rtl="0" fontAlgn="b">
                        <a:buNone/>
                      </a:pPr>
                      <a:r>
                        <a:rPr lang="en-US" sz="900" dirty="0">
                          <a:effectLst/>
                        </a:rPr>
                        <a:t>112896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2.5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-0.985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-3532.406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17472.954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18008.632</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17539.106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2435253"/>
                  </a:ext>
                </a:extLst>
              </a:tr>
              <a:tr h="218170">
                <a:tc>
                  <a:txBody>
                    <a:bodyPr/>
                    <a:lstStyle/>
                    <a:p>
                      <a:pPr algn="ctr" rtl="0" fontAlgn="b">
                        <a:buNone/>
                      </a:pPr>
                      <a:r>
                        <a:rPr lang="en-US" sz="900" dirty="0">
                          <a:effectLst/>
                        </a:rPr>
                        <a:t>Hidden4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C8D6"/>
                    </a:solidFill>
                  </a:tcPr>
                </a:tc>
                <a:tc>
                  <a:txBody>
                    <a:bodyPr/>
                    <a:lstStyle/>
                    <a:p>
                      <a:pPr algn="r" rtl="0" fontAlgn="b">
                        <a:buNone/>
                      </a:pPr>
                      <a:r>
                        <a:rPr lang="en-US" sz="900" dirty="0">
                          <a:effectLst/>
                        </a:rPr>
                        <a:t>150545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-1.907</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-13747.954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1909.798</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1446.475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3129.803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1364993"/>
                  </a:ext>
                </a:extLst>
              </a:tr>
              <a:tr h="218170">
                <a:tc>
                  <a:txBody>
                    <a:bodyPr/>
                    <a:lstStyle/>
                    <a:p>
                      <a:pPr algn="ctr" rtl="0" fontAlgn="b">
                        <a:buNone/>
                      </a:pPr>
                      <a:r>
                        <a:rPr lang="en-US" sz="900" dirty="0">
                          <a:effectLst/>
                        </a:rPr>
                        <a:t>Hidden5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C8D6"/>
                    </a:solidFill>
                  </a:tcPr>
                </a:tc>
                <a:tc>
                  <a:txBody>
                    <a:bodyPr/>
                    <a:lstStyle/>
                    <a:p>
                      <a:pPr algn="r" rtl="0" fontAlgn="b">
                        <a:buNone/>
                      </a:pPr>
                      <a:r>
                        <a:rPr lang="en-US" sz="900" dirty="0">
                          <a:effectLst/>
                        </a:rPr>
                        <a:t>15236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a:effectLst/>
                        </a:rPr>
                        <a:t>0.5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-0.196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-7.304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41.731</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298.254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US" sz="900" dirty="0">
                          <a:effectLst/>
                        </a:rPr>
                        <a:t>129.580</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886038"/>
                  </a:ext>
                </a:extLst>
              </a:tr>
            </a:tbl>
          </a:graphicData>
        </a:graphic>
      </p:graphicFrame>
      <p:sp>
        <p:nvSpPr>
          <p:cNvPr id="3" name="Rectangle 2">
            <a:extLst>
              <a:ext uri="{FF2B5EF4-FFF2-40B4-BE49-F238E27FC236}">
                <a16:creationId xmlns:a16="http://schemas.microsoft.com/office/drawing/2014/main" id="{7CEC2DA5-065E-1AAE-D385-E6D4C4D37332}"/>
              </a:ext>
            </a:extLst>
          </p:cNvPr>
          <p:cNvSpPr/>
          <p:nvPr/>
        </p:nvSpPr>
        <p:spPr>
          <a:xfrm>
            <a:off x="2132084" y="1048637"/>
            <a:ext cx="897673" cy="350222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4" name="Rectangle 3">
            <a:extLst>
              <a:ext uri="{FF2B5EF4-FFF2-40B4-BE49-F238E27FC236}">
                <a16:creationId xmlns:a16="http://schemas.microsoft.com/office/drawing/2014/main" id="{C763162C-64F8-E68F-70FB-3FDF24998E77}"/>
              </a:ext>
            </a:extLst>
          </p:cNvPr>
          <p:cNvSpPr/>
          <p:nvPr/>
        </p:nvSpPr>
        <p:spPr>
          <a:xfrm>
            <a:off x="3933703" y="1048637"/>
            <a:ext cx="897673" cy="348709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5" name="Rectangle 4">
            <a:extLst>
              <a:ext uri="{FF2B5EF4-FFF2-40B4-BE49-F238E27FC236}">
                <a16:creationId xmlns:a16="http://schemas.microsoft.com/office/drawing/2014/main" id="{AB5CF212-B920-2C81-689D-450ED8F9FC79}"/>
              </a:ext>
            </a:extLst>
          </p:cNvPr>
          <p:cNvSpPr/>
          <p:nvPr/>
        </p:nvSpPr>
        <p:spPr>
          <a:xfrm>
            <a:off x="5735322" y="1048637"/>
            <a:ext cx="1849015" cy="348709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9D9EBCF-8357-BF77-DCC5-F2D8E9B6604D}"/>
                  </a:ext>
                </a:extLst>
              </p:cNvPr>
              <p:cNvSpPr txBox="1"/>
              <p:nvPr/>
            </p:nvSpPr>
            <p:spPr>
              <a:xfrm>
                <a:off x="6883940" y="381594"/>
                <a:ext cx="2156457" cy="173702"/>
              </a:xfrm>
              <a:prstGeom prst="rect">
                <a:avLst/>
              </a:prstGeom>
              <a:noFill/>
            </p:spPr>
            <p:txBody>
              <a:bodyPr wrap="square" lIns="0" tIns="0" rIns="0" bIns="0" rtlCol="0">
                <a:spAutoFit/>
              </a:bodyPr>
              <a:lstStyle/>
              <a:p>
                <a:pPr>
                  <a:spcAft>
                    <a:spcPts val="600"/>
                  </a:spcAft>
                </a:pPr>
                <a:r>
                  <a:rPr lang="en-US" sz="1000" b="0" i="1" dirty="0">
                    <a:latin typeface="Cambria Math" panose="02040503050406030204" pitchFamily="18" charset="0"/>
                    <a:ea typeface="Cambria Math" panose="02040503050406030204" pitchFamily="18" charset="0"/>
                  </a:rPr>
                  <a:t> </a:t>
                </a:r>
                <a14:m>
                  <m:oMath xmlns:m="http://schemas.openxmlformats.org/officeDocument/2006/math">
                    <m:nary>
                      <m:naryPr>
                        <m:chr m:val="∑"/>
                        <m:subHide m:val="on"/>
                        <m:supHide m:val="on"/>
                        <m:ctrlPr>
                          <a:rPr lang="en-US" sz="1000" i="1" smtClean="0">
                            <a:latin typeface="Cambria Math" panose="02040503050406030204" pitchFamily="18" charset="0"/>
                            <a:ea typeface="Cambria Math" panose="02040503050406030204" pitchFamily="18" charset="0"/>
                          </a:rPr>
                        </m:ctrlPr>
                      </m:naryPr>
                      <m:sub/>
                      <m:sup/>
                      <m:e>
                        <m:r>
                          <a:rPr lang="en-US" sz="1000" b="0" i="1" baseline="-25000" smtClean="0">
                            <a:latin typeface="Cambria Math" panose="02040503050406030204" pitchFamily="18" charset="0"/>
                            <a:ea typeface="Cambria Math" panose="02040503050406030204" pitchFamily="18" charset="0"/>
                          </a:rPr>
                          <m:t>𝑖</m:t>
                        </m:r>
                        <m:r>
                          <a:rPr lang="en-US" sz="1000" b="0" i="1" baseline="-25000" smtClean="0">
                            <a:latin typeface="Cambria Math" panose="02040503050406030204" pitchFamily="18" charset="0"/>
                            <a:ea typeface="Cambria Math" panose="02040503050406030204" pitchFamily="18" charset="0"/>
                          </a:rPr>
                          <m:t> </m:t>
                        </m:r>
                        <m:d>
                          <m:dPr>
                            <m:ctrlPr>
                              <a:rPr lang="en-US" sz="1000" i="1">
                                <a:latin typeface="Cambria Math" panose="02040503050406030204" pitchFamily="18" charset="0"/>
                                <a:ea typeface="Cambria Math" panose="02040503050406030204" pitchFamily="18" charset="0"/>
                              </a:rPr>
                            </m:ctrlPr>
                          </m:dPr>
                          <m:e>
                            <m:r>
                              <a:rPr lang="en-US" sz="1000" i="1">
                                <a:latin typeface="Cambria Math" panose="02040503050406030204" pitchFamily="18" charset="0"/>
                                <a:ea typeface="Cambria Math" panose="02040503050406030204" pitchFamily="18" charset="0"/>
                              </a:rPr>
                              <m:t>𝑠𝑙𝑒𝑤</m:t>
                            </m:r>
                            <m:d>
                              <m:dPr>
                                <m:ctrlPr>
                                  <a:rPr lang="en-US" sz="1000" i="1">
                                    <a:latin typeface="Cambria Math" panose="02040503050406030204" pitchFamily="18" charset="0"/>
                                    <a:ea typeface="Cambria Math" panose="02040503050406030204" pitchFamily="18" charset="0"/>
                                  </a:rPr>
                                </m:ctrlPr>
                              </m:dPr>
                              <m:e>
                                <m:sSub>
                                  <m:sSubPr>
                                    <m:ctrlPr>
                                      <a:rPr lang="en-US" sz="1000" i="1">
                                        <a:latin typeface="Cambria Math" panose="02040503050406030204" pitchFamily="18" charset="0"/>
                                        <a:ea typeface="Cambria Math" panose="02040503050406030204" pitchFamily="18" charset="0"/>
                                      </a:rPr>
                                    </m:ctrlPr>
                                  </m:sSubPr>
                                  <m:e>
                                    <m:r>
                                      <a:rPr lang="en-US" sz="1000" i="1">
                                        <a:latin typeface="Cambria Math" panose="02040503050406030204" pitchFamily="18" charset="0"/>
                                        <a:ea typeface="Cambria Math" panose="02040503050406030204" pitchFamily="18" charset="0"/>
                                      </a:rPr>
                                      <m:t>𝑝𝑖𝑛</m:t>
                                    </m:r>
                                  </m:e>
                                  <m:sub>
                                    <m:r>
                                      <a:rPr lang="en-US" sz="1000" i="1">
                                        <a:latin typeface="Cambria Math" panose="02040503050406030204" pitchFamily="18" charset="0"/>
                                        <a:ea typeface="Cambria Math" panose="02040503050406030204" pitchFamily="18" charset="0"/>
                                      </a:rPr>
                                      <m:t>𝑖</m:t>
                                    </m:r>
                                  </m:sub>
                                </m:sSub>
                              </m:e>
                            </m:d>
                            <m:r>
                              <a:rPr lang="en-US" sz="1000" i="1">
                                <a:latin typeface="Cambria Math" panose="02040503050406030204" pitchFamily="18" charset="0"/>
                                <a:ea typeface="Cambria Math" panose="02040503050406030204" pitchFamily="18" charset="0"/>
                              </a:rPr>
                              <m:t>−</m:t>
                            </m:r>
                            <m:r>
                              <a:rPr lang="en-US" sz="1000" b="0" i="1" smtClean="0">
                                <a:latin typeface="Cambria Math" panose="02040503050406030204" pitchFamily="18" charset="0"/>
                                <a:ea typeface="Cambria Math" panose="02040503050406030204" pitchFamily="18" charset="0"/>
                              </a:rPr>
                              <m:t>𝑠</m:t>
                            </m:r>
                            <m:r>
                              <a:rPr lang="en-US" sz="1000" i="1">
                                <a:latin typeface="Cambria Math" panose="02040503050406030204" pitchFamily="18" charset="0"/>
                                <a:ea typeface="Cambria Math" panose="02040503050406030204" pitchFamily="18" charset="0"/>
                              </a:rPr>
                              <m:t>𝑙𝑒𝑤</m:t>
                            </m:r>
                            <m:r>
                              <a:rPr lang="en-US" sz="1000" b="0" i="1" smtClean="0">
                                <a:latin typeface="Cambria Math" panose="02040503050406030204" pitchFamily="18" charset="0"/>
                                <a:ea typeface="Cambria Math" panose="02040503050406030204" pitchFamily="18" charset="0"/>
                              </a:rPr>
                              <m:t>𝐿𝑖𝑚𝑖𝑡</m:t>
                            </m:r>
                            <m:d>
                              <m:dPr>
                                <m:ctrlPr>
                                  <a:rPr lang="en-US" sz="1000" i="1">
                                    <a:latin typeface="Cambria Math" panose="02040503050406030204" pitchFamily="18" charset="0"/>
                                    <a:ea typeface="Cambria Math" panose="02040503050406030204" pitchFamily="18" charset="0"/>
                                  </a:rPr>
                                </m:ctrlPr>
                              </m:dPr>
                              <m:e>
                                <m:sSub>
                                  <m:sSubPr>
                                    <m:ctrlPr>
                                      <a:rPr lang="en-US" sz="1000" i="1">
                                        <a:latin typeface="Cambria Math" panose="02040503050406030204" pitchFamily="18" charset="0"/>
                                        <a:ea typeface="Cambria Math" panose="02040503050406030204" pitchFamily="18" charset="0"/>
                                      </a:rPr>
                                    </m:ctrlPr>
                                  </m:sSubPr>
                                  <m:e>
                                    <m:r>
                                      <a:rPr lang="en-US" sz="1000" i="1">
                                        <a:latin typeface="Cambria Math" panose="02040503050406030204" pitchFamily="18" charset="0"/>
                                        <a:ea typeface="Cambria Math" panose="02040503050406030204" pitchFamily="18" charset="0"/>
                                      </a:rPr>
                                      <m:t>𝑝𝑖𝑛</m:t>
                                    </m:r>
                                  </m:e>
                                  <m:sub>
                                    <m:r>
                                      <a:rPr lang="en-US" sz="1000" i="1">
                                        <a:latin typeface="Cambria Math" panose="02040503050406030204" pitchFamily="18" charset="0"/>
                                        <a:ea typeface="Cambria Math" panose="02040503050406030204" pitchFamily="18" charset="0"/>
                                      </a:rPr>
                                      <m:t>𝑖</m:t>
                                    </m:r>
                                  </m:sub>
                                </m:sSub>
                              </m:e>
                            </m:d>
                          </m:e>
                        </m:d>
                      </m:e>
                    </m:nary>
                  </m:oMath>
                </a14:m>
                <a:endParaRPr lang="en-US" sz="1000" b="0" i="1" dirty="0">
                  <a:latin typeface="Cambria Math" panose="02040503050406030204" pitchFamily="18" charset="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79D9EBCF-8357-BF77-DCC5-F2D8E9B6604D}"/>
                  </a:ext>
                </a:extLst>
              </p:cNvPr>
              <p:cNvSpPr txBox="1">
                <a:spLocks noRot="1" noChangeAspect="1" noMove="1" noResize="1" noEditPoints="1" noAdjustHandles="1" noChangeArrowheads="1" noChangeShapeType="1" noTextEdit="1"/>
              </p:cNvSpPr>
              <p:nvPr/>
            </p:nvSpPr>
            <p:spPr>
              <a:xfrm>
                <a:off x="6883940" y="381594"/>
                <a:ext cx="2156457" cy="173702"/>
              </a:xfrm>
              <a:prstGeom prst="rect">
                <a:avLst/>
              </a:prstGeom>
              <a:blipFill>
                <a:blip r:embed="rId3"/>
                <a:stretch>
                  <a:fillRect l="-9322" t="-146429" b="-232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EC0311E-31FA-896C-2E79-EF602D21B8B0}"/>
                  </a:ext>
                </a:extLst>
              </p:cNvPr>
              <p:cNvSpPr txBox="1"/>
              <p:nvPr/>
            </p:nvSpPr>
            <p:spPr>
              <a:xfrm>
                <a:off x="6891626" y="752492"/>
                <a:ext cx="2460001" cy="173702"/>
              </a:xfrm>
              <a:prstGeom prst="rect">
                <a:avLst/>
              </a:prstGeom>
              <a:noFill/>
            </p:spPr>
            <p:txBody>
              <a:bodyPr wrap="square" lIns="0" tIns="0" rIns="0" bIns="0" rtlCol="0">
                <a:spAutoFit/>
              </a:bodyPr>
              <a:lstStyle/>
              <a:p>
                <a:pPr>
                  <a:spcAft>
                    <a:spcPts val="600"/>
                  </a:spcAft>
                </a:pPr>
                <a14:m>
                  <m:oMath xmlns:m="http://schemas.openxmlformats.org/officeDocument/2006/math">
                    <m:nary>
                      <m:naryPr>
                        <m:chr m:val="∑"/>
                        <m:supHide m:val="on"/>
                        <m:ctrlPr>
                          <a:rPr lang="en-US" sz="1000" i="1">
                            <a:latin typeface="Cambria Math" panose="02040503050406030204" pitchFamily="18" charset="0"/>
                            <a:ea typeface="Cambria Math" panose="02040503050406030204" pitchFamily="18" charset="0"/>
                          </a:rPr>
                        </m:ctrlPr>
                      </m:naryPr>
                      <m:sub>
                        <m:r>
                          <m:rPr>
                            <m:brk m:alnAt="7"/>
                          </m:rPr>
                          <a:rPr lang="en-US" sz="1000" i="1">
                            <a:latin typeface="Cambria Math" panose="02040503050406030204" pitchFamily="18" charset="0"/>
                            <a:ea typeface="Cambria Math" panose="02040503050406030204" pitchFamily="18" charset="0"/>
                          </a:rPr>
                          <m:t>𝑖</m:t>
                        </m:r>
                      </m:sub>
                      <m:sup/>
                      <m:e>
                        <m:d>
                          <m:dPr>
                            <m:ctrlPr>
                              <a:rPr lang="en-US" sz="1000" i="1">
                                <a:latin typeface="Cambria Math" panose="02040503050406030204" pitchFamily="18" charset="0"/>
                                <a:ea typeface="Cambria Math" panose="02040503050406030204" pitchFamily="18" charset="0"/>
                              </a:rPr>
                            </m:ctrlPr>
                          </m:dPr>
                          <m:e>
                            <m:r>
                              <a:rPr lang="en-US" sz="1000" i="1">
                                <a:latin typeface="Cambria Math" panose="02040503050406030204" pitchFamily="18" charset="0"/>
                                <a:ea typeface="Cambria Math" panose="02040503050406030204" pitchFamily="18" charset="0"/>
                              </a:rPr>
                              <m:t>𝑙𝑜𝑎𝑑</m:t>
                            </m:r>
                            <m:r>
                              <a:rPr lang="en-US" sz="1000" b="0" i="1" smtClean="0">
                                <a:latin typeface="Cambria Math" panose="02040503050406030204" pitchFamily="18" charset="0"/>
                                <a:ea typeface="Cambria Math" panose="02040503050406030204" pitchFamily="18" charset="0"/>
                              </a:rPr>
                              <m:t>𝐶𝑎𝑝</m:t>
                            </m:r>
                            <m:d>
                              <m:dPr>
                                <m:ctrlPr>
                                  <a:rPr lang="en-US" sz="1000" i="1">
                                    <a:latin typeface="Cambria Math" panose="02040503050406030204" pitchFamily="18" charset="0"/>
                                    <a:ea typeface="Cambria Math" panose="02040503050406030204" pitchFamily="18" charset="0"/>
                                  </a:rPr>
                                </m:ctrlPr>
                              </m:dPr>
                              <m:e>
                                <m:sSub>
                                  <m:sSubPr>
                                    <m:ctrlPr>
                                      <a:rPr lang="en-US" sz="1000" i="1">
                                        <a:latin typeface="Cambria Math" panose="02040503050406030204" pitchFamily="18" charset="0"/>
                                        <a:ea typeface="Cambria Math" panose="02040503050406030204" pitchFamily="18" charset="0"/>
                                      </a:rPr>
                                    </m:ctrlPr>
                                  </m:sSubPr>
                                  <m:e>
                                    <m:r>
                                      <a:rPr lang="en-US" sz="1000" i="1">
                                        <a:latin typeface="Cambria Math" panose="02040503050406030204" pitchFamily="18" charset="0"/>
                                        <a:ea typeface="Cambria Math" panose="02040503050406030204" pitchFamily="18" charset="0"/>
                                      </a:rPr>
                                      <m:t>𝑝𝑖𝑛</m:t>
                                    </m:r>
                                  </m:e>
                                  <m:sub>
                                    <m:r>
                                      <a:rPr lang="en-US" sz="1000" i="1">
                                        <a:latin typeface="Cambria Math" panose="02040503050406030204" pitchFamily="18" charset="0"/>
                                        <a:ea typeface="Cambria Math" panose="02040503050406030204" pitchFamily="18" charset="0"/>
                                      </a:rPr>
                                      <m:t>𝑖</m:t>
                                    </m:r>
                                  </m:sub>
                                </m:sSub>
                              </m:e>
                            </m:d>
                            <m:r>
                              <a:rPr lang="en-US" sz="1000" i="1">
                                <a:latin typeface="Cambria Math" panose="02040503050406030204" pitchFamily="18" charset="0"/>
                                <a:ea typeface="Cambria Math" panose="02040503050406030204" pitchFamily="18" charset="0"/>
                              </a:rPr>
                              <m:t>−</m:t>
                            </m:r>
                            <m:r>
                              <a:rPr lang="en-US" sz="1000" b="0" i="1" smtClean="0">
                                <a:latin typeface="Cambria Math" panose="02040503050406030204" pitchFamily="18" charset="0"/>
                                <a:ea typeface="Cambria Math" panose="02040503050406030204" pitchFamily="18" charset="0"/>
                              </a:rPr>
                              <m:t>𝑙</m:t>
                            </m:r>
                            <m:r>
                              <a:rPr lang="en-US" sz="1000" i="1">
                                <a:latin typeface="Cambria Math" panose="02040503050406030204" pitchFamily="18" charset="0"/>
                                <a:ea typeface="Cambria Math" panose="02040503050406030204" pitchFamily="18" charset="0"/>
                              </a:rPr>
                              <m:t>𝑜𝑎𝑑</m:t>
                            </m:r>
                            <m:r>
                              <a:rPr lang="en-US" sz="1000" b="0" i="1" smtClean="0">
                                <a:latin typeface="Cambria Math" panose="02040503050406030204" pitchFamily="18" charset="0"/>
                                <a:ea typeface="Cambria Math" panose="02040503050406030204" pitchFamily="18" charset="0"/>
                              </a:rPr>
                              <m:t>𝐶𝑎𝑝𝐿𝑖𝑚𝑖𝑡</m:t>
                            </m:r>
                            <m:d>
                              <m:dPr>
                                <m:ctrlPr>
                                  <a:rPr lang="en-US" sz="1000" i="1">
                                    <a:latin typeface="Cambria Math" panose="02040503050406030204" pitchFamily="18" charset="0"/>
                                    <a:ea typeface="Cambria Math" panose="02040503050406030204" pitchFamily="18" charset="0"/>
                                  </a:rPr>
                                </m:ctrlPr>
                              </m:dPr>
                              <m:e>
                                <m:sSub>
                                  <m:sSubPr>
                                    <m:ctrlPr>
                                      <a:rPr lang="en-US" sz="1000" i="1">
                                        <a:latin typeface="Cambria Math" panose="02040503050406030204" pitchFamily="18" charset="0"/>
                                        <a:ea typeface="Cambria Math" panose="02040503050406030204" pitchFamily="18" charset="0"/>
                                      </a:rPr>
                                    </m:ctrlPr>
                                  </m:sSubPr>
                                  <m:e>
                                    <m:r>
                                      <a:rPr lang="en-US" sz="1000" i="1">
                                        <a:latin typeface="Cambria Math" panose="02040503050406030204" pitchFamily="18" charset="0"/>
                                        <a:ea typeface="Cambria Math" panose="02040503050406030204" pitchFamily="18" charset="0"/>
                                      </a:rPr>
                                      <m:t>𝑝𝑖𝑛</m:t>
                                    </m:r>
                                  </m:e>
                                  <m:sub>
                                    <m:r>
                                      <a:rPr lang="en-US" sz="1000" i="1">
                                        <a:latin typeface="Cambria Math" panose="02040503050406030204" pitchFamily="18" charset="0"/>
                                        <a:ea typeface="Cambria Math" panose="02040503050406030204" pitchFamily="18" charset="0"/>
                                      </a:rPr>
                                      <m:t>𝑖</m:t>
                                    </m:r>
                                  </m:sub>
                                </m:sSub>
                              </m:e>
                            </m:d>
                          </m:e>
                        </m:d>
                      </m:e>
                    </m:nary>
                  </m:oMath>
                </a14:m>
                <a:r>
                  <a:rPr lang="en-US" sz="1000" i="1" dirty="0"/>
                  <a:t> </a:t>
                </a:r>
                <a:endParaRPr lang="en-US" sz="1000" b="0" i="1" dirty="0">
                  <a:latin typeface="Cambria Math" panose="02040503050406030204" pitchFamily="18" charset="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FEC0311E-31FA-896C-2E79-EF602D21B8B0}"/>
                  </a:ext>
                </a:extLst>
              </p:cNvPr>
              <p:cNvSpPr txBox="1">
                <a:spLocks noRot="1" noChangeAspect="1" noMove="1" noResize="1" noEditPoints="1" noAdjustHandles="1" noChangeArrowheads="1" noChangeShapeType="1" noTextEdit="1"/>
              </p:cNvSpPr>
              <p:nvPr/>
            </p:nvSpPr>
            <p:spPr>
              <a:xfrm>
                <a:off x="6891626" y="752492"/>
                <a:ext cx="2460001" cy="173702"/>
              </a:xfrm>
              <a:prstGeom prst="rect">
                <a:avLst/>
              </a:prstGeom>
              <a:blipFill>
                <a:blip r:embed="rId4"/>
                <a:stretch>
                  <a:fillRect l="-9677" t="-137931" b="-224138"/>
                </a:stretch>
              </a:blipFill>
            </p:spPr>
            <p:txBody>
              <a:bodyPr/>
              <a:lstStyle/>
              <a:p>
                <a:r>
                  <a:rPr lang="en-US">
                    <a:noFill/>
                  </a:rPr>
                  <a:t> </a:t>
                </a:r>
              </a:p>
            </p:txBody>
          </p:sp>
        </mc:Fallback>
      </mc:AlternateContent>
      <p:cxnSp>
        <p:nvCxnSpPr>
          <p:cNvPr id="12" name="Connector: Elbow 11">
            <a:extLst>
              <a:ext uri="{FF2B5EF4-FFF2-40B4-BE49-F238E27FC236}">
                <a16:creationId xmlns:a16="http://schemas.microsoft.com/office/drawing/2014/main" id="{50925208-637C-C5E1-643B-741B6627058B}"/>
              </a:ext>
            </a:extLst>
          </p:cNvPr>
          <p:cNvCxnSpPr>
            <a:cxnSpLocks/>
          </p:cNvCxnSpPr>
          <p:nvPr/>
        </p:nvCxnSpPr>
        <p:spPr>
          <a:xfrm flipV="1">
            <a:off x="5812774" y="505749"/>
            <a:ext cx="1035590" cy="540228"/>
          </a:xfrm>
          <a:prstGeom prst="bentConnector3">
            <a:avLst>
              <a:gd name="adj1" fmla="val 49080"/>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4" name="Connector: Elbow 13">
            <a:extLst>
              <a:ext uri="{FF2B5EF4-FFF2-40B4-BE49-F238E27FC236}">
                <a16:creationId xmlns:a16="http://schemas.microsoft.com/office/drawing/2014/main" id="{94B673CC-DC4D-C86F-A299-A51DFD28A156}"/>
              </a:ext>
            </a:extLst>
          </p:cNvPr>
          <p:cNvCxnSpPr>
            <a:cxnSpLocks/>
          </p:cNvCxnSpPr>
          <p:nvPr/>
        </p:nvCxnSpPr>
        <p:spPr>
          <a:xfrm flipV="1">
            <a:off x="6393448" y="864103"/>
            <a:ext cx="454916" cy="176968"/>
          </a:xfrm>
          <a:prstGeom prst="bentConnector3">
            <a:avLst>
              <a:gd name="adj1" fmla="val 68760"/>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17" name="Rectangle 16">
            <a:extLst>
              <a:ext uri="{FF2B5EF4-FFF2-40B4-BE49-F238E27FC236}">
                <a16:creationId xmlns:a16="http://schemas.microsoft.com/office/drawing/2014/main" id="{31E927E9-D221-9677-2475-1084E371EE8A}"/>
              </a:ext>
            </a:extLst>
          </p:cNvPr>
          <p:cNvSpPr/>
          <p:nvPr/>
        </p:nvSpPr>
        <p:spPr>
          <a:xfrm>
            <a:off x="7576203" y="1041071"/>
            <a:ext cx="897673" cy="350222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Tree>
    <p:extLst>
      <p:ext uri="{BB962C8B-B14F-4D97-AF65-F5344CB8AC3E}">
        <p14:creationId xmlns:p14="http://schemas.microsoft.com/office/powerpoint/2010/main" val="3243034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p:bldP spid="8" grpId="0"/>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F8F6FB8A-88B2-0038-4BCF-0ABCB54AF874}"/>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AA59A337-9104-3F91-1948-258F8DED9313}"/>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 dirty="0"/>
              <a:t>Outline</a:t>
            </a:r>
            <a:endParaRPr dirty="0"/>
          </a:p>
        </p:txBody>
      </p:sp>
      <p:sp>
        <p:nvSpPr>
          <p:cNvPr id="3" name="Google Shape;253;p60">
            <a:extLst>
              <a:ext uri="{FF2B5EF4-FFF2-40B4-BE49-F238E27FC236}">
                <a16:creationId xmlns:a16="http://schemas.microsoft.com/office/drawing/2014/main" id="{B2098DE7-D4FA-C55B-B27F-727994C957E7}"/>
              </a:ext>
            </a:extLst>
          </p:cNvPr>
          <p:cNvSpPr txBox="1">
            <a:spLocks noGrp="1"/>
          </p:cNvSpPr>
          <p:nvPr>
            <p:ph type="body" idx="1"/>
          </p:nvPr>
        </p:nvSpPr>
        <p:spPr>
          <a:xfrm>
            <a:off x="228625" y="761250"/>
            <a:ext cx="7861016" cy="3415334"/>
          </a:xfrm>
          <a:prstGeom prst="rect">
            <a:avLst/>
          </a:prstGeom>
          <a:noFill/>
          <a:ln>
            <a:noFill/>
          </a:ln>
        </p:spPr>
        <p:txBody>
          <a:bodyPr spcFirstLastPara="1" wrap="square" lIns="68575" tIns="34275" rIns="68575" bIns="34275" anchor="t" anchorCtr="0">
            <a:noAutofit/>
          </a:bodyPr>
          <a:lstStyle/>
          <a:p>
            <a:pPr marL="182880" lvl="0" indent="-182880" algn="l" rtl="0">
              <a:lnSpc>
                <a:spcPct val="150000"/>
              </a:lnSpc>
              <a:spcBef>
                <a:spcPts val="0"/>
              </a:spcBef>
              <a:spcAft>
                <a:spcPts val="0"/>
              </a:spcAft>
              <a:buClr>
                <a:schemeClr val="dk1"/>
              </a:buClr>
              <a:buSzPts val="1500"/>
              <a:buChar char="•"/>
            </a:pPr>
            <a:r>
              <a:rPr lang="en-US" sz="2000" b="0" dirty="0">
                <a:solidFill>
                  <a:schemeClr val="tx1"/>
                </a:solidFill>
              </a:rPr>
              <a:t>Motivation and Background</a:t>
            </a:r>
          </a:p>
          <a:p>
            <a:pPr marL="182880" lvl="0" indent="-182880" algn="l" rtl="0">
              <a:lnSpc>
                <a:spcPct val="150000"/>
              </a:lnSpc>
              <a:spcBef>
                <a:spcPts val="0"/>
              </a:spcBef>
              <a:spcAft>
                <a:spcPts val="0"/>
              </a:spcAft>
              <a:buClr>
                <a:schemeClr val="dk1"/>
              </a:buClr>
              <a:buSzPts val="1500"/>
              <a:buChar char="•"/>
            </a:pPr>
            <a:r>
              <a:rPr lang="en-US" sz="2000" b="0" dirty="0">
                <a:solidFill>
                  <a:schemeClr val="tx1"/>
                </a:solidFill>
              </a:rPr>
              <a:t>Problem Description</a:t>
            </a:r>
            <a:endParaRPr sz="2000" b="0" dirty="0">
              <a:solidFill>
                <a:schemeClr val="tx1"/>
              </a:solidFill>
            </a:endParaRPr>
          </a:p>
          <a:p>
            <a:pPr marL="182880" indent="-182880">
              <a:lnSpc>
                <a:spcPct val="150000"/>
              </a:lnSpc>
              <a:spcBef>
                <a:spcPts val="0"/>
              </a:spcBef>
            </a:pPr>
            <a:r>
              <a:rPr lang="en-US" sz="2000" b="0" dirty="0">
                <a:solidFill>
                  <a:schemeClr val="tx1"/>
                </a:solidFill>
              </a:rPr>
              <a:t>Benchmarks</a:t>
            </a:r>
          </a:p>
          <a:p>
            <a:pPr marL="182880" lvl="0" indent="-182880">
              <a:lnSpc>
                <a:spcPct val="150000"/>
              </a:lnSpc>
              <a:spcBef>
                <a:spcPts val="0"/>
              </a:spcBef>
            </a:pPr>
            <a:r>
              <a:rPr lang="en-US" sz="2000" dirty="0">
                <a:solidFill>
                  <a:schemeClr val="accent2"/>
                </a:solidFill>
              </a:rPr>
              <a:t>Evaluation Methodology</a:t>
            </a:r>
          </a:p>
          <a:p>
            <a:pPr marL="182880" lvl="0" indent="-182880">
              <a:lnSpc>
                <a:spcPct val="150000"/>
              </a:lnSpc>
              <a:spcBef>
                <a:spcPts val="0"/>
              </a:spcBef>
            </a:pPr>
            <a:r>
              <a:rPr lang="en-US" sz="2000" b="0" i="0" dirty="0">
                <a:solidFill>
                  <a:srgbClr val="222222"/>
                </a:solidFill>
                <a:effectLst/>
                <a:latin typeface="Arial" panose="020B0604020202020204" pitchFamily="34" charset="0"/>
              </a:rPr>
              <a:t>Results</a:t>
            </a:r>
          </a:p>
          <a:p>
            <a:pPr marL="182880" lvl="0" indent="-182880">
              <a:lnSpc>
                <a:spcPct val="150000"/>
              </a:lnSpc>
              <a:spcBef>
                <a:spcPts val="0"/>
              </a:spcBef>
            </a:pPr>
            <a:r>
              <a:rPr lang="en-US" sz="2000" b="0" dirty="0">
                <a:solidFill>
                  <a:srgbClr val="222222"/>
                </a:solidFill>
                <a:latin typeface="Arial" panose="020B0604020202020204" pitchFamily="34" charset="0"/>
              </a:rPr>
              <a:t>Winners</a:t>
            </a:r>
            <a:endParaRPr lang="en-US" sz="2000" b="0" dirty="0"/>
          </a:p>
        </p:txBody>
      </p:sp>
    </p:spTree>
    <p:extLst>
      <p:ext uri="{BB962C8B-B14F-4D97-AF65-F5344CB8AC3E}">
        <p14:creationId xmlns:p14="http://schemas.microsoft.com/office/powerpoint/2010/main" val="1177650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14D670B7-61FD-ECFE-9B36-86649A2A26BF}"/>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782FF57A-4E75-EFC4-371D-256C514CAC8F}"/>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Evaluation Flow</a:t>
            </a:r>
          </a:p>
        </p:txBody>
      </p:sp>
      <p:sp>
        <p:nvSpPr>
          <p:cNvPr id="4" name="TextBox 3">
            <a:extLst>
              <a:ext uri="{FF2B5EF4-FFF2-40B4-BE49-F238E27FC236}">
                <a16:creationId xmlns:a16="http://schemas.microsoft.com/office/drawing/2014/main" id="{7591A869-702E-ED71-9C7A-88CCBFFF355C}"/>
              </a:ext>
            </a:extLst>
          </p:cNvPr>
          <p:cNvSpPr txBox="1"/>
          <p:nvPr/>
        </p:nvSpPr>
        <p:spPr>
          <a:xfrm>
            <a:off x="228600" y="4188168"/>
            <a:ext cx="8575766" cy="553998"/>
          </a:xfrm>
          <a:prstGeom prst="rect">
            <a:avLst/>
          </a:prstGeom>
          <a:noFill/>
        </p:spPr>
        <p:txBody>
          <a:bodyPr wrap="square" rtlCol="0">
            <a:spAutoFit/>
          </a:bodyPr>
          <a:lstStyle/>
          <a:p>
            <a:r>
              <a:rPr lang="en-US" sz="1000" dirty="0"/>
              <a:t>“GL0AM.” https://github.com/NVlabs/GL0AM/tree/mlcad2025contest sim, 2024.</a:t>
            </a:r>
          </a:p>
          <a:p>
            <a:r>
              <a:rPr lang="en-US" sz="1000" dirty="0"/>
              <a:t>“MLCAD 2025 Contest on ReSynthAI: Physical-aware </a:t>
            </a:r>
            <a:r>
              <a:rPr lang="en-US" sz="1000" dirty="0" err="1"/>
              <a:t>LogicResynthesis</a:t>
            </a:r>
            <a:r>
              <a:rPr lang="en-US" sz="1000" dirty="0"/>
              <a:t> using AI.” https://github.com/ASU-VDA-Lab/MLCAD25-Contest-Scripts-Benchmarks, 2025.</a:t>
            </a:r>
          </a:p>
        </p:txBody>
      </p:sp>
      <p:pic>
        <p:nvPicPr>
          <p:cNvPr id="7" name="Picture 6" descr="A diagram of a process&#10;&#10;AI-generated content may be incorrect.">
            <a:extLst>
              <a:ext uri="{FF2B5EF4-FFF2-40B4-BE49-F238E27FC236}">
                <a16:creationId xmlns:a16="http://schemas.microsoft.com/office/drawing/2014/main" id="{1297BED7-E117-F1F3-A49A-85D61B2F2632}"/>
              </a:ext>
            </a:extLst>
          </p:cNvPr>
          <p:cNvPicPr>
            <a:picLocks noChangeAspect="1"/>
          </p:cNvPicPr>
          <p:nvPr/>
        </p:nvPicPr>
        <p:blipFill>
          <a:blip r:embed="rId3"/>
          <a:stretch>
            <a:fillRect/>
          </a:stretch>
        </p:blipFill>
        <p:spPr>
          <a:xfrm>
            <a:off x="1209675" y="1293818"/>
            <a:ext cx="6724650" cy="2555863"/>
          </a:xfrm>
          <a:prstGeom prst="rect">
            <a:avLst/>
          </a:prstGeom>
        </p:spPr>
      </p:pic>
    </p:spTree>
    <p:extLst>
      <p:ext uri="{BB962C8B-B14F-4D97-AF65-F5344CB8AC3E}">
        <p14:creationId xmlns:p14="http://schemas.microsoft.com/office/powerpoint/2010/main" val="1628817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A407E8FE-B21C-7603-5725-8E70B4FB6FC4}"/>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618F3B5C-0145-D003-FBB1-7D779B055EE1}"/>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Evaluation Score</a:t>
            </a:r>
          </a:p>
        </p:txBody>
      </p:sp>
      <p:grpSp>
        <p:nvGrpSpPr>
          <p:cNvPr id="36" name="Group 35">
            <a:extLst>
              <a:ext uri="{FF2B5EF4-FFF2-40B4-BE49-F238E27FC236}">
                <a16:creationId xmlns:a16="http://schemas.microsoft.com/office/drawing/2014/main" id="{00B35CE3-DC0F-3136-C1FB-782CEBC3596D}"/>
              </a:ext>
            </a:extLst>
          </p:cNvPr>
          <p:cNvGrpSpPr/>
          <p:nvPr/>
        </p:nvGrpSpPr>
        <p:grpSpPr>
          <a:xfrm>
            <a:off x="45889" y="1057599"/>
            <a:ext cx="5037663" cy="2689100"/>
            <a:chOff x="185373" y="1339516"/>
            <a:chExt cx="4745458" cy="2029326"/>
          </a:xfrm>
        </p:grpSpPr>
        <p:sp>
          <p:nvSpPr>
            <p:cNvPr id="34" name="Rectangle 33">
              <a:extLst>
                <a:ext uri="{FF2B5EF4-FFF2-40B4-BE49-F238E27FC236}">
                  <a16:creationId xmlns:a16="http://schemas.microsoft.com/office/drawing/2014/main" id="{BD347EE4-AA3B-EC25-F66F-E57647EA0895}"/>
                </a:ext>
              </a:extLst>
            </p:cNvPr>
            <p:cNvSpPr/>
            <p:nvPr/>
          </p:nvSpPr>
          <p:spPr>
            <a:xfrm>
              <a:off x="185373" y="1339516"/>
              <a:ext cx="4626997" cy="20293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grpSp>
          <p:nvGrpSpPr>
            <p:cNvPr id="11" name="Group 10">
              <a:extLst>
                <a:ext uri="{FF2B5EF4-FFF2-40B4-BE49-F238E27FC236}">
                  <a16:creationId xmlns:a16="http://schemas.microsoft.com/office/drawing/2014/main" id="{DCA62C88-7D0B-A607-1A88-6928ACE30DCA}"/>
                </a:ext>
              </a:extLst>
            </p:cNvPr>
            <p:cNvGrpSpPr/>
            <p:nvPr/>
          </p:nvGrpSpPr>
          <p:grpSpPr>
            <a:xfrm>
              <a:off x="228600" y="1414227"/>
              <a:ext cx="4702231" cy="1801145"/>
              <a:chOff x="710809" y="2584492"/>
              <a:chExt cx="4702231" cy="1801145"/>
            </a:xfrm>
            <a:noFill/>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A6A742D-CC67-59E1-1260-D59EA6E648E7}"/>
                      </a:ext>
                    </a:extLst>
                  </p:cNvPr>
                  <p:cNvSpPr txBox="1"/>
                  <p:nvPr/>
                </p:nvSpPr>
                <p:spPr>
                  <a:xfrm>
                    <a:off x="710809" y="2584492"/>
                    <a:ext cx="4070986" cy="362855"/>
                  </a:xfrm>
                  <a:prstGeom prst="rect">
                    <a:avLst/>
                  </a:prstGeom>
                  <a:grp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200" smtClean="0">
                              <a:latin typeface="Cambria Math" panose="02040503050406030204" pitchFamily="18" charset="0"/>
                            </a:rPr>
                            <m:t>R</m:t>
                          </m:r>
                          <m:r>
                            <m:rPr>
                              <m:sty m:val="p"/>
                            </m:rPr>
                            <a:rPr lang="en-US" sz="1200" b="0" i="0" smtClean="0">
                              <a:latin typeface="Cambria Math" panose="02040503050406030204" pitchFamily="18" charset="0"/>
                            </a:rPr>
                            <m:t>awScore</m:t>
                          </m:r>
                          <m:r>
                            <a:rPr lang="en-US" sz="1200" b="0" i="1" smtClean="0">
                              <a:latin typeface="Cambria Math" panose="02040503050406030204" pitchFamily="18" charset="0"/>
                            </a:rPr>
                            <m:t>=</m:t>
                          </m:r>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1+</m:t>
                              </m:r>
                              <m:r>
                                <m:rPr>
                                  <m:sty m:val="p"/>
                                </m:rPr>
                                <a:rPr lang="en-US" sz="1200" b="0" i="0" smtClean="0">
                                  <a:latin typeface="Cambria Math" panose="02040503050406030204" pitchFamily="18" charset="0"/>
                                  <a:ea typeface="Cambria Math" panose="02040503050406030204" pitchFamily="18" charset="0"/>
                                </a:rPr>
                                <m:t>RunTimeF</m:t>
                              </m:r>
                            </m:e>
                          </m:d>
                          <m:r>
                            <a:rPr lang="en-US" sz="1200" b="0" i="1" smtClean="0">
                              <a:latin typeface="Cambria Math" panose="02040503050406030204" pitchFamily="18" charset="0"/>
                              <a:ea typeface="Cambria Math" panose="02040503050406030204" pitchFamily="18" charset="0"/>
                            </a:rPr>
                            <m:t> × [</m:t>
                          </m:r>
                          <m:d>
                            <m:dPr>
                              <m:ctrlPr>
                                <a:rPr lang="en-US" sz="1200" b="0" i="1" smtClean="0">
                                  <a:latin typeface="Cambria Math" panose="02040503050406030204" pitchFamily="18" charset="0"/>
                                  <a:ea typeface="Cambria Math" panose="02040503050406030204" pitchFamily="18" charset="0"/>
                                </a:rPr>
                              </m:ctrlPr>
                            </m:dPr>
                            <m:e>
                              <m:f>
                                <m:fPr>
                                  <m:ctrlPr>
                                    <a:rPr lang="en-US" sz="1200" b="0" i="1" smtClean="0">
                                      <a:latin typeface="Cambria Math" panose="02040503050406030204" pitchFamily="18" charset="0"/>
                                      <a:ea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𝑙𝑒𝑎𝑘𝑎𝑔𝑒𝑃𝑜𝑤𝑒𝑟</m:t>
                                  </m:r>
                                </m:num>
                                <m:den>
                                  <m:r>
                                    <a:rPr lang="en-US" sz="1200" i="1">
                                      <a:latin typeface="Cambria Math" panose="02040503050406030204" pitchFamily="18" charset="0"/>
                                      <a:ea typeface="Cambria Math" panose="02040503050406030204" pitchFamily="18" charset="0"/>
                                    </a:rPr>
                                    <m:t>𝑏𝑎𝑠𝑒𝑙𝑖𝑛𝑒𝐿𝑒𝑎𝑘𝑎𝑔𝑒𝑃𝑜𝑤𝑒𝑟</m:t>
                                  </m:r>
                                </m:den>
                              </m:f>
                            </m:e>
                          </m:d>
                        </m:oMath>
                      </m:oMathPara>
                    </a14:m>
                    <a:endParaRPr lang="en-TW" sz="1200" dirty="0"/>
                  </a:p>
                </p:txBody>
              </p:sp>
            </mc:Choice>
            <mc:Fallback xmlns="">
              <p:sp>
                <p:nvSpPr>
                  <p:cNvPr id="5" name="TextBox 4">
                    <a:extLst>
                      <a:ext uri="{FF2B5EF4-FFF2-40B4-BE49-F238E27FC236}">
                        <a16:creationId xmlns:a16="http://schemas.microsoft.com/office/drawing/2014/main" id="{0A6A742D-CC67-59E1-1260-D59EA6E648E7}"/>
                      </a:ext>
                    </a:extLst>
                  </p:cNvPr>
                  <p:cNvSpPr txBox="1">
                    <a:spLocks noRot="1" noChangeAspect="1" noMove="1" noResize="1" noEditPoints="1" noAdjustHandles="1" noChangeArrowheads="1" noChangeShapeType="1" noTextEdit="1"/>
                  </p:cNvSpPr>
                  <p:nvPr/>
                </p:nvSpPr>
                <p:spPr>
                  <a:xfrm>
                    <a:off x="710809" y="2584492"/>
                    <a:ext cx="4070986" cy="362855"/>
                  </a:xfrm>
                  <a:prstGeom prst="rect">
                    <a:avLst/>
                  </a:prstGeom>
                  <a:blipFill>
                    <a:blip r:embed="rId3"/>
                    <a:stretch>
                      <a:fillRect t="-12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D429649-E87D-6A6E-5A0B-059BF36AF36E}"/>
                      </a:ext>
                    </a:extLst>
                  </p:cNvPr>
                  <p:cNvSpPr txBox="1"/>
                  <p:nvPr/>
                </p:nvSpPr>
                <p:spPr>
                  <a:xfrm>
                    <a:off x="1611830" y="2947347"/>
                    <a:ext cx="3801210" cy="1438290"/>
                  </a:xfrm>
                  <a:prstGeom prst="rect">
                    <a:avLst/>
                  </a:prstGeom>
                  <a:grpFill/>
                </p:spPr>
                <p:txBody>
                  <a:bodyPr wrap="square" lIns="0" tIns="0" rIns="0" bIns="0" rtlCol="0">
                    <a:spAutoFit/>
                  </a:bodyPr>
                  <a:lstStyle/>
                  <a:p>
                    <a:pPr>
                      <a:spcAft>
                        <a:spcPts val="600"/>
                      </a:spcAft>
                    </a:pPr>
                    <a14:m>
                      <m:oMath xmlns:m="http://schemas.openxmlformats.org/officeDocument/2006/math">
                        <m:r>
                          <a:rPr lang="en-US" sz="1200" i="1" smtClean="0">
                            <a:latin typeface="Cambria Math" panose="02040503050406030204" pitchFamily="18" charset="0"/>
                            <a:ea typeface="Cambria Math" panose="02040503050406030204" pitchFamily="18" charset="0"/>
                          </a:rPr>
                          <m:t>+ </m:t>
                        </m:r>
                        <m:r>
                          <a:rPr lang="en-US" sz="1200" b="0" i="1" smtClean="0">
                            <a:latin typeface="Cambria Math" panose="02040503050406030204" pitchFamily="18" charset="0"/>
                            <a:ea typeface="Cambria Math" panose="02040503050406030204" pitchFamily="18" charset="0"/>
                          </a:rPr>
                          <m:t>𝑝</m:t>
                        </m:r>
                        <m:r>
                          <a:rPr lang="en-US" sz="1200" b="0" i="1" smtClean="0">
                            <a:latin typeface="Cambria Math" panose="02040503050406030204" pitchFamily="18" charset="0"/>
                            <a:ea typeface="Cambria Math" panose="02040503050406030204" pitchFamily="18" charset="0"/>
                          </a:rPr>
                          <m:t>1×</m:t>
                        </m:r>
                      </m:oMath>
                    </a14:m>
                    <a:r>
                      <a:rPr lang="en-US" sz="1200" b="0" i="1" dirty="0">
                        <a:latin typeface="Cambria Math" panose="02040503050406030204" pitchFamily="18" charset="0"/>
                        <a:ea typeface="Cambria Math" panose="02040503050406030204" pitchFamily="18" charset="0"/>
                      </a:rPr>
                      <a:t> </a:t>
                    </a:r>
                    <a14:m>
                      <m:oMath xmlns:m="http://schemas.openxmlformats.org/officeDocument/2006/math">
                        <m:d>
                          <m:dPr>
                            <m:ctrlPr>
                              <a:rPr lang="en-US" b="0" i="1" dirty="0" smtClean="0">
                                <a:latin typeface="Cambria Math" panose="02040503050406030204" pitchFamily="18" charset="0"/>
                                <a:ea typeface="Cambria Math" panose="02040503050406030204" pitchFamily="18" charset="0"/>
                              </a:rPr>
                            </m:ctrlPr>
                          </m:dPr>
                          <m:e>
                            <m:r>
                              <a:rPr lang="en-US" b="0" i="1" dirty="0" smtClean="0">
                                <a:latin typeface="Cambria Math" panose="02040503050406030204" pitchFamily="18" charset="0"/>
                                <a:ea typeface="Cambria Math" panose="02040503050406030204" pitchFamily="18" charset="0"/>
                              </a:rPr>
                              <m:t> </m:t>
                            </m:r>
                            <m:f>
                              <m:fPr>
                                <m:ctrlPr>
                                  <a:rPr lang="en-US" b="0" i="1" dirty="0" smtClean="0">
                                    <a:latin typeface="Cambria Math" panose="02040503050406030204" pitchFamily="18" charset="0"/>
                                    <a:ea typeface="Cambria Math" panose="02040503050406030204" pitchFamily="18" charset="0"/>
                                  </a:rPr>
                                </m:ctrlPr>
                              </m:fPr>
                              <m:num>
                                <m:r>
                                  <a:rPr lang="en-US" b="0" i="1" dirty="0" smtClean="0">
                                    <a:latin typeface="Cambria Math" panose="02040503050406030204" pitchFamily="18" charset="0"/>
                                    <a:ea typeface="Cambria Math" panose="02040503050406030204" pitchFamily="18" charset="0"/>
                                  </a:rPr>
                                  <m:t>𝑇𝑁𝑆</m:t>
                                </m:r>
                              </m:num>
                              <m:den>
                                <m:r>
                                  <a:rPr lang="en-US" i="1" dirty="0">
                                    <a:latin typeface="Cambria Math" panose="02040503050406030204" pitchFamily="18" charset="0"/>
                                    <a:ea typeface="Cambria Math" panose="02040503050406030204" pitchFamily="18" charset="0"/>
                                  </a:rPr>
                                  <m:t>𝑏𝑎𝑠𝑒𝑙𝑖𝑛𝑒𝑇𝑁𝑆</m:t>
                                </m:r>
                              </m:den>
                            </m:f>
                            <m:r>
                              <a:rPr lang="en-US" b="0" i="1" dirty="0" smtClean="0">
                                <a:latin typeface="Cambria Math" panose="02040503050406030204" pitchFamily="18" charset="0"/>
                                <a:ea typeface="Cambria Math" panose="02040503050406030204" pitchFamily="18" charset="0"/>
                              </a:rPr>
                              <m:t> </m:t>
                            </m:r>
                          </m:e>
                        </m:d>
                      </m:oMath>
                    </a14:m>
                    <a:endParaRPr lang="en-US" sz="1200" b="0" i="1" dirty="0">
                      <a:latin typeface="Cambria Math" panose="02040503050406030204" pitchFamily="18" charset="0"/>
                      <a:ea typeface="Cambria Math" panose="02040503050406030204" pitchFamily="18" charset="0"/>
                    </a:endParaRPr>
                  </a:p>
                  <a:p>
                    <a:pPr>
                      <a:spcAft>
                        <a:spcPts val="600"/>
                      </a:spcAft>
                    </a:pPr>
                    <a14:m>
                      <m:oMath xmlns:m="http://schemas.openxmlformats.org/officeDocument/2006/math">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𝑝</m:t>
                        </m:r>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oMath>
                    </a14:m>
                    <a:r>
                      <a:rPr lang="en-US" sz="1200" b="0" dirty="0">
                        <a:ea typeface="Cambria Math" panose="02040503050406030204" pitchFamily="18" charset="0"/>
                      </a:rPr>
                      <a:t> </a:t>
                    </a:r>
                    <a14:m>
                      <m:oMath xmlns:m="http://schemas.openxmlformats.org/officeDocument/2006/math">
                        <m:d>
                          <m:dPr>
                            <m:ctrlPr>
                              <a:rPr lang="en-US" i="1" dirty="0">
                                <a:latin typeface="Cambria Math" panose="02040503050406030204" pitchFamily="18" charset="0"/>
                                <a:ea typeface="Cambria Math" panose="02040503050406030204" pitchFamily="18" charset="0"/>
                              </a:rPr>
                            </m:ctrlPr>
                          </m:dPr>
                          <m:e>
                            <m:r>
                              <a:rPr lang="en-US" i="1" dirty="0">
                                <a:latin typeface="Cambria Math" panose="02040503050406030204" pitchFamily="18" charset="0"/>
                                <a:ea typeface="Cambria Math" panose="02040503050406030204" pitchFamily="18" charset="0"/>
                              </a:rPr>
                              <m:t> </m:t>
                            </m:r>
                            <m:f>
                              <m:fPr>
                                <m:ctrlPr>
                                  <a:rPr lang="en-US" i="1" dirty="0">
                                    <a:latin typeface="Cambria Math" panose="02040503050406030204" pitchFamily="18" charset="0"/>
                                    <a:ea typeface="Cambria Math" panose="02040503050406030204" pitchFamily="18" charset="0"/>
                                  </a:rPr>
                                </m:ctrlPr>
                              </m:fPr>
                              <m:num>
                                <m:r>
                                  <a:rPr lang="en-US" b="0" i="1" dirty="0" smtClean="0">
                                    <a:latin typeface="Cambria Math" panose="02040503050406030204" pitchFamily="18" charset="0"/>
                                    <a:ea typeface="Cambria Math" panose="02040503050406030204" pitchFamily="18" charset="0"/>
                                  </a:rPr>
                                  <m:t>𝑠𝑙𝑒𝑤𝑉𝑖𝑜𝑙𝑎𝑡𝑖𝑜𝑛</m:t>
                                </m:r>
                              </m:num>
                              <m:den>
                                <m:r>
                                  <a:rPr lang="en-US" i="1" dirty="0">
                                    <a:latin typeface="Cambria Math" panose="02040503050406030204" pitchFamily="18" charset="0"/>
                                    <a:ea typeface="Cambria Math" panose="02040503050406030204" pitchFamily="18" charset="0"/>
                                  </a:rPr>
                                  <m:t>𝑏𝑎𝑠𝑒𝑙𝑖𝑛𝑒</m:t>
                                </m:r>
                                <m:r>
                                  <a:rPr lang="en-US" b="0" i="1" dirty="0" smtClean="0">
                                    <a:latin typeface="Cambria Math" panose="02040503050406030204" pitchFamily="18" charset="0"/>
                                    <a:ea typeface="Cambria Math" panose="02040503050406030204" pitchFamily="18" charset="0"/>
                                  </a:rPr>
                                  <m:t>𝑆𝑙𝑒𝑤𝑉𝑖𝑜𝑙𝑎𝑡𝑖𝑜𝑛</m:t>
                                </m:r>
                              </m:den>
                            </m:f>
                            <m:r>
                              <a:rPr lang="en-US" i="1" dirty="0">
                                <a:latin typeface="Cambria Math" panose="02040503050406030204" pitchFamily="18" charset="0"/>
                                <a:ea typeface="Cambria Math" panose="02040503050406030204" pitchFamily="18" charset="0"/>
                              </a:rPr>
                              <m:t> </m:t>
                            </m:r>
                          </m:e>
                        </m:d>
                      </m:oMath>
                    </a14:m>
                    <a:endParaRPr lang="en-US" sz="1200" b="0" dirty="0">
                      <a:ea typeface="Cambria Math" panose="02040503050406030204" pitchFamily="18" charset="0"/>
                    </a:endParaRPr>
                  </a:p>
                  <a:p>
                    <a:pPr>
                      <a:spcAft>
                        <a:spcPts val="600"/>
                      </a:spcAft>
                    </a:pPr>
                    <a14:m>
                      <m:oMath xmlns:m="http://schemas.openxmlformats.org/officeDocument/2006/math">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𝑝</m:t>
                        </m:r>
                        <m:r>
                          <a:rPr lang="en-US" sz="1200" b="0" i="1" smtClean="0">
                            <a:latin typeface="Cambria Math" panose="02040503050406030204" pitchFamily="18" charset="0"/>
                            <a:ea typeface="Cambria Math" panose="02040503050406030204" pitchFamily="18" charset="0"/>
                          </a:rPr>
                          <m:t>3</m:t>
                        </m:r>
                        <m:r>
                          <a:rPr lang="en-US" sz="1200" i="1">
                            <a:latin typeface="Cambria Math" panose="02040503050406030204" pitchFamily="18" charset="0"/>
                            <a:ea typeface="Cambria Math" panose="02040503050406030204" pitchFamily="18" charset="0"/>
                          </a:rPr>
                          <m:t>×</m:t>
                        </m:r>
                      </m:oMath>
                    </a14:m>
                    <a:r>
                      <a:rPr lang="en-US" sz="1200" dirty="0">
                        <a:ea typeface="Cambria Math" panose="02040503050406030204" pitchFamily="18" charset="0"/>
                      </a:rPr>
                      <a:t> </a:t>
                    </a:r>
                    <a14:m>
                      <m:oMath xmlns:m="http://schemas.openxmlformats.org/officeDocument/2006/math">
                        <m:d>
                          <m:dPr>
                            <m:ctrlPr>
                              <a:rPr lang="en-US" i="1" dirty="0">
                                <a:latin typeface="Cambria Math" panose="02040503050406030204" pitchFamily="18" charset="0"/>
                                <a:ea typeface="Cambria Math" panose="02040503050406030204" pitchFamily="18" charset="0"/>
                              </a:rPr>
                            </m:ctrlPr>
                          </m:dPr>
                          <m:e>
                            <m:r>
                              <a:rPr lang="en-US" i="1" dirty="0">
                                <a:latin typeface="Cambria Math" panose="02040503050406030204" pitchFamily="18" charset="0"/>
                                <a:ea typeface="Cambria Math" panose="02040503050406030204" pitchFamily="18" charset="0"/>
                              </a:rPr>
                              <m:t> </m:t>
                            </m:r>
                            <m:f>
                              <m:fPr>
                                <m:ctrlPr>
                                  <a:rPr lang="en-US" i="1" dirty="0">
                                    <a:latin typeface="Cambria Math" panose="02040503050406030204" pitchFamily="18" charset="0"/>
                                    <a:ea typeface="Cambria Math" panose="02040503050406030204" pitchFamily="18" charset="0"/>
                                  </a:rPr>
                                </m:ctrlPr>
                              </m:fPr>
                              <m:num>
                                <m:r>
                                  <a:rPr lang="en-US" b="0" i="1" dirty="0" smtClean="0">
                                    <a:latin typeface="Cambria Math" panose="02040503050406030204" pitchFamily="18" charset="0"/>
                                    <a:ea typeface="Cambria Math" panose="02040503050406030204" pitchFamily="18" charset="0"/>
                                  </a:rPr>
                                  <m:t>𝑚𝑎𝑥𝐿𝑜𝑎𝑑</m:t>
                                </m:r>
                                <m:r>
                                  <a:rPr lang="en-US" i="1" dirty="0">
                                    <a:latin typeface="Cambria Math" panose="02040503050406030204" pitchFamily="18" charset="0"/>
                                    <a:ea typeface="Cambria Math" panose="02040503050406030204" pitchFamily="18" charset="0"/>
                                  </a:rPr>
                                  <m:t>𝑉𝑖𝑜𝑙𝑎𝑡𝑖𝑜𝑛</m:t>
                                </m:r>
                              </m:num>
                              <m:den>
                                <m:r>
                                  <a:rPr lang="en-US" i="1" dirty="0">
                                    <a:latin typeface="Cambria Math" panose="02040503050406030204" pitchFamily="18" charset="0"/>
                                    <a:ea typeface="Cambria Math" panose="02040503050406030204" pitchFamily="18" charset="0"/>
                                  </a:rPr>
                                  <m:t>𝑏𝑎𝑠𝑒𝑙𝑖𝑛𝑒</m:t>
                                </m:r>
                                <m:r>
                                  <a:rPr lang="en-US" b="0" i="1" dirty="0" smtClean="0">
                                    <a:latin typeface="Cambria Math" panose="02040503050406030204" pitchFamily="18" charset="0"/>
                                    <a:ea typeface="Cambria Math" panose="02040503050406030204" pitchFamily="18" charset="0"/>
                                  </a:rPr>
                                  <m:t>𝑀𝑎𝑥𝐿𝑜𝑎𝑑</m:t>
                                </m:r>
                                <m:r>
                                  <a:rPr lang="en-US" i="1" dirty="0">
                                    <a:latin typeface="Cambria Math" panose="02040503050406030204" pitchFamily="18" charset="0"/>
                                    <a:ea typeface="Cambria Math" panose="02040503050406030204" pitchFamily="18" charset="0"/>
                                  </a:rPr>
                                  <m:t>𝑉𝑖𝑜𝑙𝑎𝑡𝑖𝑜𝑛</m:t>
                                </m:r>
                              </m:den>
                            </m:f>
                            <m:r>
                              <a:rPr lang="en-US" i="1" dirty="0">
                                <a:latin typeface="Cambria Math" panose="02040503050406030204" pitchFamily="18" charset="0"/>
                                <a:ea typeface="Cambria Math" panose="02040503050406030204" pitchFamily="18" charset="0"/>
                              </a:rPr>
                              <m:t> </m:t>
                            </m:r>
                          </m:e>
                        </m:d>
                      </m:oMath>
                    </a14:m>
                    <a:endParaRPr lang="en-US" sz="1200" dirty="0">
                      <a:ea typeface="Cambria Math" panose="02040503050406030204" pitchFamily="18" charset="0"/>
                    </a:endParaRPr>
                  </a:p>
                  <a:p>
                    <a:pPr>
                      <a:spcAft>
                        <a:spcPts val="600"/>
                      </a:spcAft>
                    </a:pPr>
                    <a14:m>
                      <m:oMath xmlns:m="http://schemas.openxmlformats.org/officeDocument/2006/math">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𝑝</m:t>
                        </m:r>
                        <m:r>
                          <a:rPr lang="en-US" sz="1200" b="0" i="1" dirty="0"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
                          <a:rPr lang="en-US" sz="1200" b="0" i="1" smtClean="0">
                            <a:latin typeface="Cambria Math" panose="02040503050406030204" pitchFamily="18" charset="0"/>
                            <a:ea typeface="Cambria Math" panose="02040503050406030204" pitchFamily="18" charset="0"/>
                          </a:rPr>
                          <m:t>𝛿</m:t>
                        </m:r>
                        <m:r>
                          <a:rPr lang="en-US" sz="1200" i="1">
                            <a:latin typeface="Cambria Math" panose="02040503050406030204" pitchFamily="18" charset="0"/>
                            <a:ea typeface="Cambria Math" panose="02040503050406030204" pitchFamily="18" charset="0"/>
                          </a:rPr>
                          <m:t>×</m:t>
                        </m:r>
                        <m:d>
                          <m:dPr>
                            <m:ctrlPr>
                              <a:rPr lang="en-US" sz="1100" i="1" dirty="0">
                                <a:latin typeface="Cambria Math" panose="02040503050406030204" pitchFamily="18" charset="0"/>
                                <a:ea typeface="Cambria Math" panose="02040503050406030204" pitchFamily="18" charset="0"/>
                              </a:rPr>
                            </m:ctrlPr>
                          </m:dPr>
                          <m:e>
                            <m:r>
                              <a:rPr lang="en-US" sz="1100" i="1" dirty="0">
                                <a:latin typeface="Cambria Math" panose="02040503050406030204" pitchFamily="18" charset="0"/>
                                <a:ea typeface="Cambria Math" panose="02040503050406030204" pitchFamily="18" charset="0"/>
                              </a:rPr>
                              <m:t> </m:t>
                            </m:r>
                            <m:r>
                              <a:rPr lang="en-US" sz="1100" b="0" i="1" dirty="0" smtClean="0">
                                <a:latin typeface="Cambria Math" panose="02040503050406030204" pitchFamily="18" charset="0"/>
                                <a:ea typeface="Cambria Math" panose="02040503050406030204" pitchFamily="18" charset="0"/>
                              </a:rPr>
                              <m:t>𝑡𝑜𝑡𝑎𝑙𝑂𝑣𝑒𝑟𝑓𝑙𝑜𝑤</m:t>
                            </m:r>
                            <m:r>
                              <a:rPr lang="en-US" sz="1100" b="0" i="1" dirty="0" smtClean="0">
                                <a:latin typeface="Cambria Math" panose="02040503050406030204" pitchFamily="18" charset="0"/>
                                <a:ea typeface="Cambria Math" panose="02040503050406030204" pitchFamily="18" charset="0"/>
                              </a:rPr>
                              <m:t> −</m:t>
                            </m:r>
                            <m:r>
                              <a:rPr lang="en-US" sz="1100" b="0" i="1" dirty="0" smtClean="0">
                                <a:latin typeface="Cambria Math" panose="02040503050406030204" pitchFamily="18" charset="0"/>
                                <a:ea typeface="Cambria Math" panose="02040503050406030204" pitchFamily="18" charset="0"/>
                              </a:rPr>
                              <m:t>𝑏𝑎𝑠𝑒𝑙𝑖𝑛𝑒𝑇𝑜𝑡𝑎𝑙𝑂𝑣𝑒𝑟𝑓𝑙𝑜𝑤</m:t>
                            </m:r>
                          </m:e>
                        </m:d>
                      </m:oMath>
                    </a14:m>
                    <a:r>
                      <a:rPr lang="en-US" sz="1200" dirty="0">
                        <a:ea typeface="Cambria Math" panose="02040503050406030204" pitchFamily="18" charset="0"/>
                      </a:rPr>
                      <a:t>]</a:t>
                    </a:r>
                  </a:p>
                  <a:p>
                    <a:pPr>
                      <a:spcAft>
                        <a:spcPts val="600"/>
                      </a:spcAft>
                    </a:pPr>
                    <a:endParaRPr lang="en-US" sz="1200" dirty="0">
                      <a:ea typeface="Cambria Math" panose="02040503050406030204" pitchFamily="18" charset="0"/>
                    </a:endParaRPr>
                  </a:p>
                  <a:p>
                    <a:pPr>
                      <a:spcAft>
                        <a:spcPts val="600"/>
                      </a:spcAft>
                    </a:pPr>
                    <a:endParaRPr lang="en-US" sz="1200" dirty="0"/>
                  </a:p>
                </p:txBody>
              </p:sp>
            </mc:Choice>
            <mc:Fallback xmlns="">
              <p:sp>
                <p:nvSpPr>
                  <p:cNvPr id="9" name="TextBox 8">
                    <a:extLst>
                      <a:ext uri="{FF2B5EF4-FFF2-40B4-BE49-F238E27FC236}">
                        <a16:creationId xmlns:a16="http://schemas.microsoft.com/office/drawing/2014/main" id="{2D429649-E87D-6A6E-5A0B-059BF36AF36E}"/>
                      </a:ext>
                    </a:extLst>
                  </p:cNvPr>
                  <p:cNvSpPr txBox="1">
                    <a:spLocks noRot="1" noChangeAspect="1" noMove="1" noResize="1" noEditPoints="1" noAdjustHandles="1" noChangeArrowheads="1" noChangeShapeType="1" noTextEdit="1"/>
                  </p:cNvSpPr>
                  <p:nvPr/>
                </p:nvSpPr>
                <p:spPr>
                  <a:xfrm>
                    <a:off x="1611830" y="2947347"/>
                    <a:ext cx="3801210" cy="1438290"/>
                  </a:xfrm>
                  <a:prstGeom prst="rect">
                    <a:avLst/>
                  </a:prstGeom>
                  <a:blipFill>
                    <a:blip r:embed="rId4"/>
                    <a:stretch>
                      <a:fillRect l="-1360"/>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8278893-E57D-BCF1-2035-F366541FE61E}"/>
                  </a:ext>
                </a:extLst>
              </p:cNvPr>
              <p:cNvSpPr txBox="1"/>
              <p:nvPr/>
            </p:nvSpPr>
            <p:spPr>
              <a:xfrm>
                <a:off x="228600" y="3506075"/>
                <a:ext cx="3578479"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1" i="0" smtClean="0">
                          <a:solidFill>
                            <a:schemeClr val="accent2"/>
                          </a:solidFill>
                          <a:latin typeface="Cambria Math" panose="02040503050406030204" pitchFamily="18" charset="0"/>
                        </a:rPr>
                        <m:t>𝐟𝐢𝐧𝐚𝐥𝐒𝐜𝐨𝐫𝐞</m:t>
                      </m:r>
                      <m:r>
                        <a:rPr lang="en-US" sz="1200" b="1" i="1" smtClean="0">
                          <a:solidFill>
                            <a:schemeClr val="accent2"/>
                          </a:solidFill>
                          <a:latin typeface="Cambria Math" panose="02040503050406030204" pitchFamily="18" charset="0"/>
                        </a:rPr>
                        <m:t>=</m:t>
                      </m:r>
                      <m:r>
                        <a:rPr lang="en-US" sz="1200" b="1" i="1" smtClean="0">
                          <a:solidFill>
                            <a:schemeClr val="accent2"/>
                          </a:solidFill>
                          <a:latin typeface="Cambria Math" panose="02040503050406030204" pitchFamily="18" charset="0"/>
                          <a:ea typeface="Cambria Math" panose="02040503050406030204" pitchFamily="18" charset="0"/>
                        </a:rPr>
                        <m:t>𝟏𝟎𝟎</m:t>
                      </m:r>
                      <m:r>
                        <a:rPr lang="en-US" sz="1200" b="1" i="1" smtClean="0">
                          <a:solidFill>
                            <a:schemeClr val="accent2"/>
                          </a:solidFill>
                          <a:latin typeface="Cambria Math" panose="02040503050406030204" pitchFamily="18" charset="0"/>
                          <a:ea typeface="Cambria Math" panose="02040503050406030204" pitchFamily="18" charset="0"/>
                        </a:rPr>
                        <m:t>×</m:t>
                      </m:r>
                      <m:f>
                        <m:fPr>
                          <m:ctrlPr>
                            <a:rPr lang="en-US" sz="1200" b="1" i="1" smtClean="0">
                              <a:solidFill>
                                <a:schemeClr val="accent2"/>
                              </a:solidFill>
                              <a:latin typeface="Cambria Math" panose="02040503050406030204" pitchFamily="18" charset="0"/>
                              <a:ea typeface="Cambria Math" panose="02040503050406030204" pitchFamily="18" charset="0"/>
                            </a:rPr>
                          </m:ctrlPr>
                        </m:fPr>
                        <m:num>
                          <m:r>
                            <a:rPr lang="en-US" sz="1200" b="1" i="0" smtClean="0">
                              <a:solidFill>
                                <a:schemeClr val="accent2"/>
                              </a:solidFill>
                              <a:latin typeface="Cambria Math" panose="02040503050406030204" pitchFamily="18" charset="0"/>
                              <a:ea typeface="Cambria Math" panose="02040503050406030204" pitchFamily="18" charset="0"/>
                            </a:rPr>
                            <m:t>𝐋𝐞𝐚𝐬𝐭</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𝐑𝐚𝐰𝐒𝐜𝐨𝐫𝐞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𝐚𝐜𝐫𝐨𝐬𝐬</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𝐭𝐞𝐚𝐦𝐬</m:t>
                          </m:r>
                        </m:num>
                        <m:den>
                          <m:r>
                            <a:rPr lang="en-US" sz="1200" b="1" i="0" smtClean="0">
                              <a:solidFill>
                                <a:schemeClr val="accent2"/>
                              </a:solidFill>
                              <a:latin typeface="Cambria Math" panose="02040503050406030204" pitchFamily="18" charset="0"/>
                              <a:ea typeface="Cambria Math" panose="02040503050406030204" pitchFamily="18" charset="0"/>
                            </a:rPr>
                            <m:t>𝐑𝐚𝐰𝐒𝐜𝐨𝐫𝐞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𝐨𝐟</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𝐭𝐡𝐞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𝐭𝐞𝐚𝐦</m:t>
                          </m:r>
                        </m:den>
                      </m:f>
                    </m:oMath>
                  </m:oMathPara>
                </a14:m>
                <a:endParaRPr lang="en-TW" sz="1200" b="1" dirty="0">
                  <a:solidFill>
                    <a:schemeClr val="accent2"/>
                  </a:solidFill>
                </a:endParaRPr>
              </a:p>
            </p:txBody>
          </p:sp>
        </mc:Choice>
        <mc:Fallback xmlns="">
          <p:sp>
            <p:nvSpPr>
              <p:cNvPr id="24" name="TextBox 23">
                <a:extLst>
                  <a:ext uri="{FF2B5EF4-FFF2-40B4-BE49-F238E27FC236}">
                    <a16:creationId xmlns:a16="http://schemas.microsoft.com/office/drawing/2014/main" id="{C8278893-E57D-BCF1-2035-F366541FE61E}"/>
                  </a:ext>
                </a:extLst>
              </p:cNvPr>
              <p:cNvSpPr txBox="1">
                <a:spLocks noRot="1" noChangeAspect="1" noMove="1" noResize="1" noEditPoints="1" noAdjustHandles="1" noChangeArrowheads="1" noChangeShapeType="1" noTextEdit="1"/>
              </p:cNvSpPr>
              <p:nvPr/>
            </p:nvSpPr>
            <p:spPr>
              <a:xfrm>
                <a:off x="228600" y="3506075"/>
                <a:ext cx="3578479" cy="346890"/>
              </a:xfrm>
              <a:prstGeom prst="rect">
                <a:avLst/>
              </a:prstGeom>
              <a:blipFill>
                <a:blip r:embed="rId5"/>
                <a:stretch>
                  <a:fillRect l="-170" t="-3509" b="-15789"/>
                </a:stretch>
              </a:blipFill>
            </p:spPr>
            <p:txBody>
              <a:bodyPr/>
              <a:lstStyle/>
              <a:p>
                <a:r>
                  <a:rPr lang="en-US">
                    <a:noFill/>
                  </a:rPr>
                  <a:t> </a:t>
                </a:r>
              </a:p>
            </p:txBody>
          </p:sp>
        </mc:Fallback>
      </mc:AlternateContent>
      <p:sp>
        <p:nvSpPr>
          <p:cNvPr id="3" name="Google Shape;253;p60">
            <a:extLst>
              <a:ext uri="{FF2B5EF4-FFF2-40B4-BE49-F238E27FC236}">
                <a16:creationId xmlns:a16="http://schemas.microsoft.com/office/drawing/2014/main" id="{4EC7A337-38E1-D555-F095-3CA18E054B18}"/>
              </a:ext>
            </a:extLst>
          </p:cNvPr>
          <p:cNvSpPr txBox="1">
            <a:spLocks noGrp="1"/>
          </p:cNvSpPr>
          <p:nvPr>
            <p:ph type="body" idx="1"/>
          </p:nvPr>
        </p:nvSpPr>
        <p:spPr>
          <a:xfrm>
            <a:off x="45889" y="535129"/>
            <a:ext cx="8686776" cy="636155"/>
          </a:xfrm>
          <a:prstGeom prst="rect">
            <a:avLst/>
          </a:prstGeom>
          <a:noFill/>
          <a:ln>
            <a:noFill/>
          </a:ln>
        </p:spPr>
        <p:txBody>
          <a:bodyPr spcFirstLastPara="1" wrap="square" lIns="68575" tIns="34275" rIns="68575" bIns="34275" anchor="t" anchorCtr="0">
            <a:noAutofit/>
          </a:bodyPr>
          <a:lstStyle/>
          <a:p>
            <a:pPr marL="133350" indent="0">
              <a:lnSpc>
                <a:spcPct val="150000"/>
              </a:lnSpc>
              <a:buNone/>
            </a:pPr>
            <a:r>
              <a:rPr lang="en-US" b="0" dirty="0"/>
              <a:t>Convert the constrained optimization problem into a score function using a penalty approach.</a:t>
            </a:r>
            <a:endParaRPr lang="en-US" b="0" dirty="0">
              <a:solidFill>
                <a:srgbClr val="000000"/>
              </a:solidFill>
              <a:effectLst/>
              <a:latin typeface="Helvetica" pitchFamily="2" charset="0"/>
            </a:endParaRPr>
          </a:p>
        </p:txBody>
      </p:sp>
      <p:sp>
        <p:nvSpPr>
          <p:cNvPr id="6" name="TextBox 5">
            <a:extLst>
              <a:ext uri="{FF2B5EF4-FFF2-40B4-BE49-F238E27FC236}">
                <a16:creationId xmlns:a16="http://schemas.microsoft.com/office/drawing/2014/main" id="{92FED62F-1433-FF58-4E96-2026ADA44987}"/>
              </a:ext>
            </a:extLst>
          </p:cNvPr>
          <p:cNvSpPr txBox="1"/>
          <p:nvPr/>
        </p:nvSpPr>
        <p:spPr>
          <a:xfrm>
            <a:off x="5331941" y="4085151"/>
            <a:ext cx="3583459" cy="578882"/>
          </a:xfrm>
          <a:prstGeom prst="roundRect">
            <a:avLst/>
          </a:prstGeom>
          <a:noFill/>
          <a:ln w="28575">
            <a:solidFill>
              <a:srgbClr val="78BE20"/>
            </a:solidFill>
          </a:ln>
        </p:spPr>
        <p:txBody>
          <a:bodyPr wrap="square" rtlCol="0">
            <a:spAutoFit/>
          </a:bodyPr>
          <a:lstStyle/>
          <a:p>
            <a:r>
              <a:rPr lang="en-TW" b="1" dirty="0"/>
              <a:t>Evaluation Platform:</a:t>
            </a:r>
          </a:p>
          <a:p>
            <a:r>
              <a:rPr lang="en-TW" dirty="0"/>
              <a:t>4 NVIDIA A100 GPUs and 8 CPU threads</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F17700A-1764-B36B-C22B-3684FFB38762}"/>
                  </a:ext>
                </a:extLst>
              </p:cNvPr>
              <p:cNvSpPr txBox="1"/>
              <p:nvPr/>
            </p:nvSpPr>
            <p:spPr>
              <a:xfrm>
                <a:off x="4113931" y="1991023"/>
                <a:ext cx="3537311" cy="208455"/>
              </a:xfrm>
              <a:prstGeom prst="rect">
                <a:avLst/>
              </a:prstGeom>
              <a:noFill/>
            </p:spPr>
            <p:txBody>
              <a:bodyPr wrap="square" lIns="0" tIns="0" rIns="0" bIns="0" rtlCol="0">
                <a:spAutoFit/>
              </a:bodyPr>
              <a:lstStyle/>
              <a:p>
                <a:pPr>
                  <a:spcAft>
                    <a:spcPts val="600"/>
                  </a:spcAft>
                </a:pPr>
                <a14:m>
                  <m:oMath xmlns:m="http://schemas.openxmlformats.org/officeDocument/2006/math">
                    <m:r>
                      <a:rPr lang="en-US" sz="1200" b="0" i="1" smtClean="0">
                        <a:latin typeface="Cambria Math" panose="02040503050406030204" pitchFamily="18" charset="0"/>
                        <a:ea typeface="Cambria Math" panose="02040503050406030204" pitchFamily="18" charset="0"/>
                      </a:rPr>
                      <m:t>𝑠𝑙𝑒𝑤𝑉𝑖𝑜𝑙𝑎𝑡𝑖𝑜𝑛</m:t>
                    </m:r>
                    <m:r>
                      <a:rPr lang="en-US" sz="1200" b="0" i="1" smtClean="0">
                        <a:latin typeface="Cambria Math" panose="02040503050406030204" pitchFamily="18" charset="0"/>
                        <a:ea typeface="Cambria Math" panose="02040503050406030204" pitchFamily="18" charset="0"/>
                      </a:rPr>
                      <m:t>=</m:t>
                    </m:r>
                  </m:oMath>
                </a14:m>
                <a:r>
                  <a:rPr lang="en-US" sz="1200" b="0" i="1" dirty="0">
                    <a:latin typeface="Cambria Math" panose="02040503050406030204" pitchFamily="18" charset="0"/>
                    <a:ea typeface="Cambria Math" panose="02040503050406030204" pitchFamily="18" charset="0"/>
                  </a:rPr>
                  <a:t> </a:t>
                </a:r>
                <a14:m>
                  <m:oMath xmlns:m="http://schemas.openxmlformats.org/officeDocument/2006/math">
                    <m:nary>
                      <m:naryPr>
                        <m:chr m:val="∑"/>
                        <m:subHide m:val="on"/>
                        <m:supHide m:val="on"/>
                        <m:ctrlPr>
                          <a:rPr lang="en-US" sz="1200" i="1" smtClean="0">
                            <a:latin typeface="Cambria Math" panose="02040503050406030204" pitchFamily="18" charset="0"/>
                            <a:ea typeface="Cambria Math" panose="02040503050406030204" pitchFamily="18" charset="0"/>
                          </a:rPr>
                        </m:ctrlPr>
                      </m:naryPr>
                      <m:sub/>
                      <m:sup/>
                      <m:e>
                        <m:r>
                          <a:rPr lang="en-US" sz="1200" b="0" i="1" baseline="-25000" smtClean="0">
                            <a:latin typeface="Cambria Math" panose="02040503050406030204" pitchFamily="18" charset="0"/>
                            <a:ea typeface="Cambria Math" panose="02040503050406030204" pitchFamily="18" charset="0"/>
                          </a:rPr>
                          <m:t>𝑖</m:t>
                        </m:r>
                        <m:r>
                          <a:rPr lang="en-US" sz="1200" b="0" i="1" baseline="-25000" smtClean="0">
                            <a:latin typeface="Cambria Math" panose="02040503050406030204" pitchFamily="18" charset="0"/>
                            <a:ea typeface="Cambria Math" panose="02040503050406030204" pitchFamily="18" charset="0"/>
                          </a:rPr>
                          <m:t> </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𝑠𝑙𝑒𝑤</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𝑝𝑖𝑛</m:t>
                                    </m:r>
                                  </m:e>
                                  <m:sub>
                                    <m:r>
                                      <a:rPr lang="en-US" sz="1200" i="1">
                                        <a:latin typeface="Cambria Math" panose="02040503050406030204" pitchFamily="18" charset="0"/>
                                        <a:ea typeface="Cambria Math" panose="02040503050406030204" pitchFamily="18" charset="0"/>
                                      </a:rPr>
                                      <m:t>𝑖</m:t>
                                    </m:r>
                                  </m:sub>
                                </m:sSub>
                              </m:e>
                            </m:d>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𝑠</m:t>
                            </m:r>
                            <m:r>
                              <a:rPr lang="en-US" sz="1200" i="1">
                                <a:latin typeface="Cambria Math" panose="02040503050406030204" pitchFamily="18" charset="0"/>
                                <a:ea typeface="Cambria Math" panose="02040503050406030204" pitchFamily="18" charset="0"/>
                              </a:rPr>
                              <m:t>𝑙𝑒𝑤</m:t>
                            </m:r>
                            <m:r>
                              <a:rPr lang="en-US" sz="1200" b="0" i="1" smtClean="0">
                                <a:latin typeface="Cambria Math" panose="02040503050406030204" pitchFamily="18" charset="0"/>
                                <a:ea typeface="Cambria Math" panose="02040503050406030204" pitchFamily="18" charset="0"/>
                              </a:rPr>
                              <m:t>𝐿𝑖𝑚𝑖𝑡</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𝑝𝑖𝑛</m:t>
                                    </m:r>
                                  </m:e>
                                  <m:sub>
                                    <m:r>
                                      <a:rPr lang="en-US" sz="1200" i="1">
                                        <a:latin typeface="Cambria Math" panose="02040503050406030204" pitchFamily="18" charset="0"/>
                                        <a:ea typeface="Cambria Math" panose="02040503050406030204" pitchFamily="18" charset="0"/>
                                      </a:rPr>
                                      <m:t>𝑖</m:t>
                                    </m:r>
                                  </m:sub>
                                </m:sSub>
                              </m:e>
                            </m:d>
                          </m:e>
                        </m:d>
                      </m:e>
                    </m:nary>
                  </m:oMath>
                </a14:m>
                <a:endParaRPr lang="en-US" sz="1200" b="0" i="1" dirty="0">
                  <a:latin typeface="Cambria Math" panose="02040503050406030204" pitchFamily="18" charset="0"/>
                  <a:ea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8F17700A-1764-B36B-C22B-3684FFB38762}"/>
                  </a:ext>
                </a:extLst>
              </p:cNvPr>
              <p:cNvSpPr txBox="1">
                <a:spLocks noRot="1" noChangeAspect="1" noMove="1" noResize="1" noEditPoints="1" noAdjustHandles="1" noChangeArrowheads="1" noChangeShapeType="1" noTextEdit="1"/>
              </p:cNvSpPr>
              <p:nvPr/>
            </p:nvSpPr>
            <p:spPr>
              <a:xfrm>
                <a:off x="4113931" y="1991023"/>
                <a:ext cx="3537311" cy="208455"/>
              </a:xfrm>
              <a:prstGeom prst="rect">
                <a:avLst/>
              </a:prstGeom>
              <a:blipFill>
                <a:blip r:embed="rId6"/>
                <a:stretch>
                  <a:fillRect l="-1724" t="-147059" b="-2294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64CCF53-26C1-ED26-7872-84D9278E4539}"/>
                  </a:ext>
                </a:extLst>
              </p:cNvPr>
              <p:cNvSpPr txBox="1"/>
              <p:nvPr/>
            </p:nvSpPr>
            <p:spPr>
              <a:xfrm>
                <a:off x="4113931" y="2371128"/>
                <a:ext cx="4375511" cy="208455"/>
              </a:xfrm>
              <a:prstGeom prst="rect">
                <a:avLst/>
              </a:prstGeom>
              <a:noFill/>
            </p:spPr>
            <p:txBody>
              <a:bodyPr wrap="square" lIns="0" tIns="0" rIns="0" bIns="0" rtlCol="0">
                <a:spAutoFit/>
              </a:bodyPr>
              <a:lstStyle/>
              <a:p>
                <a:pPr>
                  <a:spcAft>
                    <a:spcPts val="600"/>
                  </a:spcAft>
                </a:pPr>
                <a14:m>
                  <m:oMath xmlns:m="http://schemas.openxmlformats.org/officeDocument/2006/math">
                    <m:r>
                      <a:rPr lang="en-US" sz="1200" i="1">
                        <a:latin typeface="Cambria Math" panose="02040503050406030204" pitchFamily="18" charset="0"/>
                        <a:ea typeface="Cambria Math" panose="02040503050406030204" pitchFamily="18" charset="0"/>
                      </a:rPr>
                      <m:t>𝑚𝑎𝑥𝐿𝑜𝑎𝑑𝑉𝑖𝑜𝑙𝑎𝑡𝑖𝑜𝑛</m:t>
                    </m:r>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m:rPr>
                            <m:brk m:alnAt="7"/>
                          </m:rPr>
                          <a:rPr lang="en-US" sz="1200" i="1">
                            <a:latin typeface="Cambria Math" panose="02040503050406030204" pitchFamily="18" charset="0"/>
                            <a:ea typeface="Cambria Math" panose="02040503050406030204" pitchFamily="18" charset="0"/>
                          </a:rPr>
                          <m:t>𝑖</m:t>
                        </m:r>
                      </m:sub>
                      <m:sup/>
                      <m:e>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𝑙𝑜𝑎𝑑</m:t>
                            </m:r>
                            <m:r>
                              <a:rPr lang="en-US" sz="1200" b="0" i="1" smtClean="0">
                                <a:latin typeface="Cambria Math" panose="02040503050406030204" pitchFamily="18" charset="0"/>
                                <a:ea typeface="Cambria Math" panose="02040503050406030204" pitchFamily="18" charset="0"/>
                              </a:rPr>
                              <m:t>𝐶𝑎𝑝</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𝑝𝑖𝑛</m:t>
                                    </m:r>
                                  </m:e>
                                  <m:sub>
                                    <m:r>
                                      <a:rPr lang="en-US" sz="1200" i="1">
                                        <a:latin typeface="Cambria Math" panose="02040503050406030204" pitchFamily="18" charset="0"/>
                                        <a:ea typeface="Cambria Math" panose="02040503050406030204" pitchFamily="18" charset="0"/>
                                      </a:rPr>
                                      <m:t>𝑖</m:t>
                                    </m:r>
                                  </m:sub>
                                </m:sSub>
                              </m:e>
                            </m:d>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𝑙</m:t>
                            </m:r>
                            <m:r>
                              <a:rPr lang="en-US" sz="1200" i="1">
                                <a:latin typeface="Cambria Math" panose="02040503050406030204" pitchFamily="18" charset="0"/>
                                <a:ea typeface="Cambria Math" panose="02040503050406030204" pitchFamily="18" charset="0"/>
                              </a:rPr>
                              <m:t>𝑜𝑎𝑑</m:t>
                            </m:r>
                            <m:r>
                              <a:rPr lang="en-US" sz="1200" b="0" i="1" smtClean="0">
                                <a:latin typeface="Cambria Math" panose="02040503050406030204" pitchFamily="18" charset="0"/>
                                <a:ea typeface="Cambria Math" panose="02040503050406030204" pitchFamily="18" charset="0"/>
                              </a:rPr>
                              <m:t>𝐶𝑎𝑝𝐿𝑖𝑚𝑖𝑡</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𝑝𝑖𝑛</m:t>
                                    </m:r>
                                  </m:e>
                                  <m:sub>
                                    <m:r>
                                      <a:rPr lang="en-US" sz="1200" i="1">
                                        <a:latin typeface="Cambria Math" panose="02040503050406030204" pitchFamily="18" charset="0"/>
                                        <a:ea typeface="Cambria Math" panose="02040503050406030204" pitchFamily="18" charset="0"/>
                                      </a:rPr>
                                      <m:t>𝑖</m:t>
                                    </m:r>
                                  </m:sub>
                                </m:sSub>
                              </m:e>
                            </m:d>
                          </m:e>
                        </m:d>
                      </m:e>
                    </m:nary>
                  </m:oMath>
                </a14:m>
                <a:r>
                  <a:rPr lang="en-US" sz="1200" i="1" dirty="0"/>
                  <a:t> </a:t>
                </a:r>
                <a:endParaRPr lang="en-US" sz="1200" b="0" i="1" dirty="0">
                  <a:latin typeface="Cambria Math" panose="02040503050406030204" pitchFamily="18" charset="0"/>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664CCF53-26C1-ED26-7872-84D9278E4539}"/>
                  </a:ext>
                </a:extLst>
              </p:cNvPr>
              <p:cNvSpPr txBox="1">
                <a:spLocks noRot="1" noChangeAspect="1" noMove="1" noResize="1" noEditPoints="1" noAdjustHandles="1" noChangeArrowheads="1" noChangeShapeType="1" noTextEdit="1"/>
              </p:cNvSpPr>
              <p:nvPr/>
            </p:nvSpPr>
            <p:spPr>
              <a:xfrm>
                <a:off x="4113931" y="2371128"/>
                <a:ext cx="4375511" cy="208455"/>
              </a:xfrm>
              <a:prstGeom prst="rect">
                <a:avLst/>
              </a:prstGeom>
              <a:blipFill>
                <a:blip r:embed="rId7"/>
                <a:stretch>
                  <a:fillRect l="-1393" t="-147059" b="-229412"/>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706C5759-61F5-099F-DFD5-A1ABE8E8A475}"/>
              </a:ext>
            </a:extLst>
          </p:cNvPr>
          <p:cNvSpPr/>
          <p:nvPr/>
        </p:nvSpPr>
        <p:spPr>
          <a:xfrm>
            <a:off x="1887527" y="1994000"/>
            <a:ext cx="995881" cy="20845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cxnSp>
        <p:nvCxnSpPr>
          <p:cNvPr id="8" name="Straight Arrow Connector 7">
            <a:extLst>
              <a:ext uri="{FF2B5EF4-FFF2-40B4-BE49-F238E27FC236}">
                <a16:creationId xmlns:a16="http://schemas.microsoft.com/office/drawing/2014/main" id="{79D95330-8044-32D2-9ADF-9B806D28DC80}"/>
              </a:ext>
            </a:extLst>
          </p:cNvPr>
          <p:cNvCxnSpPr>
            <a:cxnSpLocks/>
          </p:cNvCxnSpPr>
          <p:nvPr/>
        </p:nvCxnSpPr>
        <p:spPr>
          <a:xfrm>
            <a:off x="2866769" y="2103568"/>
            <a:ext cx="123497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2054361-A122-0C39-AF9D-A33CB9312AF1}"/>
              </a:ext>
            </a:extLst>
          </p:cNvPr>
          <p:cNvSpPr/>
          <p:nvPr/>
        </p:nvSpPr>
        <p:spPr>
          <a:xfrm>
            <a:off x="1905815" y="2386368"/>
            <a:ext cx="1238021" cy="20845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cxnSp>
        <p:nvCxnSpPr>
          <p:cNvPr id="16" name="Straight Arrow Connector 15">
            <a:extLst>
              <a:ext uri="{FF2B5EF4-FFF2-40B4-BE49-F238E27FC236}">
                <a16:creationId xmlns:a16="http://schemas.microsoft.com/office/drawing/2014/main" id="{ACE10A99-6772-D3C1-5CC2-CD48865D2FDA}"/>
              </a:ext>
            </a:extLst>
          </p:cNvPr>
          <p:cNvCxnSpPr>
            <a:cxnSpLocks/>
          </p:cNvCxnSpPr>
          <p:nvPr/>
        </p:nvCxnSpPr>
        <p:spPr>
          <a:xfrm flipV="1">
            <a:off x="3143836" y="2490595"/>
            <a:ext cx="96012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9078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7" grpId="0"/>
      <p:bldP spid="4" grpId="0"/>
      <p:bldP spid="7"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A16CF633-8F28-3FBA-9C44-93F9E367AD35}"/>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5CD40D0A-8601-9A95-D48D-D948F3DB4CE1}"/>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 dirty="0"/>
              <a:t>Outline</a:t>
            </a:r>
            <a:endParaRPr dirty="0"/>
          </a:p>
        </p:txBody>
      </p:sp>
      <p:sp>
        <p:nvSpPr>
          <p:cNvPr id="3" name="Google Shape;253;p60">
            <a:extLst>
              <a:ext uri="{FF2B5EF4-FFF2-40B4-BE49-F238E27FC236}">
                <a16:creationId xmlns:a16="http://schemas.microsoft.com/office/drawing/2014/main" id="{8CF88E9F-CE4C-C187-7141-D631A0ABAA3B}"/>
              </a:ext>
            </a:extLst>
          </p:cNvPr>
          <p:cNvSpPr txBox="1">
            <a:spLocks noGrp="1"/>
          </p:cNvSpPr>
          <p:nvPr>
            <p:ph type="body" idx="1"/>
          </p:nvPr>
        </p:nvSpPr>
        <p:spPr>
          <a:xfrm>
            <a:off x="228625" y="761250"/>
            <a:ext cx="7861016" cy="3415334"/>
          </a:xfrm>
          <a:prstGeom prst="rect">
            <a:avLst/>
          </a:prstGeom>
          <a:noFill/>
          <a:ln>
            <a:noFill/>
          </a:ln>
        </p:spPr>
        <p:txBody>
          <a:bodyPr spcFirstLastPara="1" wrap="square" lIns="68575" tIns="34275" rIns="68575" bIns="34275" anchor="t" anchorCtr="0">
            <a:noAutofit/>
          </a:bodyPr>
          <a:lstStyle/>
          <a:p>
            <a:pPr marL="182880" lvl="0" indent="-182880" algn="l" rtl="0">
              <a:lnSpc>
                <a:spcPct val="150000"/>
              </a:lnSpc>
              <a:spcBef>
                <a:spcPts val="0"/>
              </a:spcBef>
              <a:spcAft>
                <a:spcPts val="0"/>
              </a:spcAft>
              <a:buClr>
                <a:schemeClr val="dk1"/>
              </a:buClr>
              <a:buSzPts val="1500"/>
              <a:buChar char="•"/>
            </a:pPr>
            <a:r>
              <a:rPr lang="en-US" sz="2000" b="0" dirty="0">
                <a:solidFill>
                  <a:schemeClr val="tx1"/>
                </a:solidFill>
              </a:rPr>
              <a:t>Motivation and Background</a:t>
            </a:r>
          </a:p>
          <a:p>
            <a:pPr marL="182880" lvl="0" indent="-182880" algn="l" rtl="0">
              <a:lnSpc>
                <a:spcPct val="150000"/>
              </a:lnSpc>
              <a:spcBef>
                <a:spcPts val="0"/>
              </a:spcBef>
              <a:spcAft>
                <a:spcPts val="0"/>
              </a:spcAft>
              <a:buClr>
                <a:schemeClr val="dk1"/>
              </a:buClr>
              <a:buSzPts val="1500"/>
              <a:buChar char="•"/>
            </a:pPr>
            <a:r>
              <a:rPr lang="en-US" sz="2000" b="0" dirty="0">
                <a:solidFill>
                  <a:schemeClr val="tx1"/>
                </a:solidFill>
              </a:rPr>
              <a:t>Problem Description</a:t>
            </a:r>
            <a:endParaRPr sz="2000" b="0" dirty="0">
              <a:solidFill>
                <a:schemeClr val="tx1"/>
              </a:solidFill>
            </a:endParaRPr>
          </a:p>
          <a:p>
            <a:pPr marL="182880" indent="-182880">
              <a:lnSpc>
                <a:spcPct val="150000"/>
              </a:lnSpc>
              <a:spcBef>
                <a:spcPts val="0"/>
              </a:spcBef>
            </a:pPr>
            <a:r>
              <a:rPr lang="en-US" sz="2000" b="0" dirty="0">
                <a:solidFill>
                  <a:schemeClr val="tx1"/>
                </a:solidFill>
              </a:rPr>
              <a:t>Benchmarks</a:t>
            </a:r>
          </a:p>
          <a:p>
            <a:pPr marL="182880" lvl="0" indent="-182880">
              <a:lnSpc>
                <a:spcPct val="150000"/>
              </a:lnSpc>
              <a:spcBef>
                <a:spcPts val="0"/>
              </a:spcBef>
            </a:pPr>
            <a:r>
              <a:rPr lang="en-US" sz="2000" b="0" dirty="0">
                <a:solidFill>
                  <a:schemeClr val="tx1"/>
                </a:solidFill>
              </a:rPr>
              <a:t>Evaluation Methodology</a:t>
            </a:r>
          </a:p>
          <a:p>
            <a:pPr marL="182880" lvl="0" indent="-182880">
              <a:lnSpc>
                <a:spcPct val="150000"/>
              </a:lnSpc>
              <a:spcBef>
                <a:spcPts val="0"/>
              </a:spcBef>
            </a:pPr>
            <a:r>
              <a:rPr lang="en-US" sz="2000" i="0" dirty="0">
                <a:solidFill>
                  <a:schemeClr val="accent2"/>
                </a:solidFill>
                <a:effectLst/>
                <a:latin typeface="Arial" panose="020B0604020202020204" pitchFamily="34" charset="0"/>
              </a:rPr>
              <a:t>Results</a:t>
            </a:r>
          </a:p>
          <a:p>
            <a:pPr marL="182880" lvl="0" indent="-182880">
              <a:lnSpc>
                <a:spcPct val="150000"/>
              </a:lnSpc>
              <a:spcBef>
                <a:spcPts val="0"/>
              </a:spcBef>
            </a:pPr>
            <a:r>
              <a:rPr lang="en-US" sz="2000" b="0" dirty="0">
                <a:solidFill>
                  <a:srgbClr val="222222"/>
                </a:solidFill>
                <a:latin typeface="Arial" panose="020B0604020202020204" pitchFamily="34" charset="0"/>
              </a:rPr>
              <a:t>Winners</a:t>
            </a:r>
            <a:endParaRPr lang="en-US" sz="2000" b="0" dirty="0"/>
          </a:p>
        </p:txBody>
      </p:sp>
    </p:spTree>
    <p:extLst>
      <p:ext uri="{BB962C8B-B14F-4D97-AF65-F5344CB8AC3E}">
        <p14:creationId xmlns:p14="http://schemas.microsoft.com/office/powerpoint/2010/main" val="3256911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AB739686-7D21-8AC7-A2DF-5BF7577120F0}"/>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B0C4A9F8-6CEF-75E3-3D87-47E95F683B88}"/>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r>
              <a:rPr lang="en-US" b="0" dirty="0"/>
              <a:t>Total number of teams registered: 27 ; Total number of teams </a:t>
            </a:r>
            <a:r>
              <a:rPr lang="en-US" b="0"/>
              <a:t>actively participated: 7</a:t>
            </a:r>
            <a:endParaRPr lang="en-US" b="0" dirty="0"/>
          </a:p>
          <a:p>
            <a:pPr marL="177800" lvl="0" indent="-171450" algn="l" rtl="0">
              <a:lnSpc>
                <a:spcPct val="150000"/>
              </a:lnSpc>
              <a:spcBef>
                <a:spcPts val="0"/>
              </a:spcBef>
              <a:spcAft>
                <a:spcPts val="0"/>
              </a:spcAft>
              <a:buClr>
                <a:schemeClr val="dk1"/>
              </a:buClr>
              <a:buSzPts val="1500"/>
              <a:buChar char="•"/>
            </a:pPr>
            <a:r>
              <a:rPr lang="en-US" b="0" dirty="0"/>
              <a:t>Number of teams submitted </a:t>
            </a:r>
            <a:r>
              <a:rPr lang="en-US" dirty="0">
                <a:solidFill>
                  <a:schemeClr val="accent2"/>
                </a:solidFill>
              </a:rPr>
              <a:t>alpha</a:t>
            </a:r>
            <a:r>
              <a:rPr lang="en-US" b="0" dirty="0"/>
              <a:t> submission = </a:t>
            </a:r>
            <a:r>
              <a:rPr lang="en-US" b="0" dirty="0">
                <a:solidFill>
                  <a:schemeClr val="tx1"/>
                </a:solidFill>
              </a:rPr>
              <a:t>7 teams</a:t>
            </a:r>
          </a:p>
          <a:p>
            <a:pPr marL="177800" lvl="0" indent="-171450">
              <a:lnSpc>
                <a:spcPct val="150000"/>
              </a:lnSpc>
            </a:pPr>
            <a:r>
              <a:rPr lang="en-US" b="0" dirty="0"/>
              <a:t>Number of teams submitted </a:t>
            </a:r>
            <a:r>
              <a:rPr lang="en-US" dirty="0">
                <a:solidFill>
                  <a:schemeClr val="accent2"/>
                </a:solidFill>
              </a:rPr>
              <a:t>beta</a:t>
            </a:r>
            <a:r>
              <a:rPr lang="en-US" b="0" dirty="0"/>
              <a:t> submission = </a:t>
            </a:r>
            <a:r>
              <a:rPr lang="en-US" b="0" dirty="0">
                <a:solidFill>
                  <a:schemeClr val="tx1"/>
                </a:solidFill>
              </a:rPr>
              <a:t>6 teams</a:t>
            </a:r>
          </a:p>
          <a:p>
            <a:pPr marL="177800" lvl="0" indent="-171450">
              <a:lnSpc>
                <a:spcPct val="150000"/>
              </a:lnSpc>
            </a:pPr>
            <a:r>
              <a:rPr lang="en-US" b="0" dirty="0"/>
              <a:t>Number of teams submitted </a:t>
            </a:r>
            <a:r>
              <a:rPr lang="en-US" dirty="0">
                <a:solidFill>
                  <a:schemeClr val="accent2"/>
                </a:solidFill>
              </a:rPr>
              <a:t>final</a:t>
            </a:r>
            <a:r>
              <a:rPr lang="en-US" b="0" dirty="0"/>
              <a:t> submission = </a:t>
            </a:r>
            <a:r>
              <a:rPr lang="en-US" b="0" dirty="0">
                <a:solidFill>
                  <a:schemeClr val="tx1"/>
                </a:solidFill>
              </a:rPr>
              <a:t>7 teams</a:t>
            </a:r>
            <a:endParaRPr lang="en-US" b="0" dirty="0"/>
          </a:p>
          <a:p>
            <a:pPr marL="177800" indent="-171450">
              <a:lnSpc>
                <a:spcPct val="150000"/>
              </a:lnSpc>
              <a:spcBef>
                <a:spcPts val="0"/>
              </a:spcBef>
            </a:pP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9122E779-D367-E5B1-C294-AEEBAECDC9D4}"/>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Submission Statistics</a:t>
            </a:r>
          </a:p>
        </p:txBody>
      </p:sp>
      <p:pic>
        <p:nvPicPr>
          <p:cNvPr id="4" name="Picture 3" descr="A diagram of a timeline&#10;&#10;AI-generated content may be incorrect.">
            <a:extLst>
              <a:ext uri="{FF2B5EF4-FFF2-40B4-BE49-F238E27FC236}">
                <a16:creationId xmlns:a16="http://schemas.microsoft.com/office/drawing/2014/main" id="{403E67F3-6041-E157-F2D4-22822D5D45B7}"/>
              </a:ext>
            </a:extLst>
          </p:cNvPr>
          <p:cNvPicPr>
            <a:picLocks noChangeAspect="1"/>
          </p:cNvPicPr>
          <p:nvPr/>
        </p:nvPicPr>
        <p:blipFill>
          <a:blip r:embed="rId3"/>
          <a:stretch>
            <a:fillRect/>
          </a:stretch>
        </p:blipFill>
        <p:spPr>
          <a:xfrm>
            <a:off x="2381250" y="2476687"/>
            <a:ext cx="4381500" cy="2190750"/>
          </a:xfrm>
          <a:prstGeom prst="rect">
            <a:avLst/>
          </a:prstGeom>
        </p:spPr>
      </p:pic>
    </p:spTree>
    <p:extLst>
      <p:ext uri="{BB962C8B-B14F-4D97-AF65-F5344CB8AC3E}">
        <p14:creationId xmlns:p14="http://schemas.microsoft.com/office/powerpoint/2010/main" val="57894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47F8E471-2CFA-CDA3-D88F-85B26AD675C0}"/>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17148C0A-3AEB-A2B7-C1CE-DC43C7903B0C}"/>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r>
              <a:rPr lang="en-US" b="0" dirty="0">
                <a:solidFill>
                  <a:schemeClr val="tx1"/>
                </a:solidFill>
              </a:rPr>
              <a:t>All 7 teams have valid results on at least one test case.</a:t>
            </a: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2C6BD059-FC0F-6362-CF15-AC318F0CF7A4}"/>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Results Overview</a:t>
            </a:r>
          </a:p>
        </p:txBody>
      </p:sp>
      <p:graphicFrame>
        <p:nvGraphicFramePr>
          <p:cNvPr id="3" name="Table 2">
            <a:extLst>
              <a:ext uri="{FF2B5EF4-FFF2-40B4-BE49-F238E27FC236}">
                <a16:creationId xmlns:a16="http://schemas.microsoft.com/office/drawing/2014/main" id="{C1A92059-8EFF-D42D-CA27-DB03F33465AC}"/>
              </a:ext>
            </a:extLst>
          </p:cNvPr>
          <p:cNvGraphicFramePr>
            <a:graphicFrameLocks noGrp="1"/>
          </p:cNvGraphicFramePr>
          <p:nvPr>
            <p:extLst>
              <p:ext uri="{D42A27DB-BD31-4B8C-83A1-F6EECF244321}">
                <p14:modId xmlns:p14="http://schemas.microsoft.com/office/powerpoint/2010/main" val="3903573998"/>
              </p:ext>
            </p:extLst>
          </p:nvPr>
        </p:nvGraphicFramePr>
        <p:xfrm>
          <a:off x="79119" y="1697355"/>
          <a:ext cx="8985762" cy="1920240"/>
        </p:xfrm>
        <a:graphic>
          <a:graphicData uri="http://schemas.openxmlformats.org/drawingml/2006/table">
            <a:tbl>
              <a:tblPr firstRow="1" bandRow="1">
                <a:tableStyleId>{120689D0-9147-4A1C-99F4-CA74DEAAB193}</a:tableStyleId>
              </a:tblPr>
              <a:tblGrid>
                <a:gridCol w="582700">
                  <a:extLst>
                    <a:ext uri="{9D8B030D-6E8A-4147-A177-3AD203B41FA5}">
                      <a16:colId xmlns:a16="http://schemas.microsoft.com/office/drawing/2014/main" val="883593107"/>
                    </a:ext>
                  </a:extLst>
                </a:gridCol>
                <a:gridCol w="706755">
                  <a:extLst>
                    <a:ext uri="{9D8B030D-6E8A-4147-A177-3AD203B41FA5}">
                      <a16:colId xmlns:a16="http://schemas.microsoft.com/office/drawing/2014/main" val="3910482925"/>
                    </a:ext>
                  </a:extLst>
                </a:gridCol>
                <a:gridCol w="636905">
                  <a:extLst>
                    <a:ext uri="{9D8B030D-6E8A-4147-A177-3AD203B41FA5}">
                      <a16:colId xmlns:a16="http://schemas.microsoft.com/office/drawing/2014/main" val="664070507"/>
                    </a:ext>
                  </a:extLst>
                </a:gridCol>
                <a:gridCol w="636905">
                  <a:extLst>
                    <a:ext uri="{9D8B030D-6E8A-4147-A177-3AD203B41FA5}">
                      <a16:colId xmlns:a16="http://schemas.microsoft.com/office/drawing/2014/main" val="3688028418"/>
                    </a:ext>
                  </a:extLst>
                </a:gridCol>
                <a:gridCol w="757197">
                  <a:extLst>
                    <a:ext uri="{9D8B030D-6E8A-4147-A177-3AD203B41FA5}">
                      <a16:colId xmlns:a16="http://schemas.microsoft.com/office/drawing/2014/main" val="791664486"/>
                    </a:ext>
                  </a:extLst>
                </a:gridCol>
                <a:gridCol w="757197">
                  <a:extLst>
                    <a:ext uri="{9D8B030D-6E8A-4147-A177-3AD203B41FA5}">
                      <a16:colId xmlns:a16="http://schemas.microsoft.com/office/drawing/2014/main" val="264979495"/>
                    </a:ext>
                  </a:extLst>
                </a:gridCol>
                <a:gridCol w="743268">
                  <a:extLst>
                    <a:ext uri="{9D8B030D-6E8A-4147-A177-3AD203B41FA5}">
                      <a16:colId xmlns:a16="http://schemas.microsoft.com/office/drawing/2014/main" val="1485891761"/>
                    </a:ext>
                  </a:extLst>
                </a:gridCol>
                <a:gridCol w="698107">
                  <a:extLst>
                    <a:ext uri="{9D8B030D-6E8A-4147-A177-3AD203B41FA5}">
                      <a16:colId xmlns:a16="http://schemas.microsoft.com/office/drawing/2014/main" val="758442453"/>
                    </a:ext>
                  </a:extLst>
                </a:gridCol>
                <a:gridCol w="698107">
                  <a:extLst>
                    <a:ext uri="{9D8B030D-6E8A-4147-A177-3AD203B41FA5}">
                      <a16:colId xmlns:a16="http://schemas.microsoft.com/office/drawing/2014/main" val="980542831"/>
                    </a:ext>
                  </a:extLst>
                </a:gridCol>
                <a:gridCol w="688112">
                  <a:extLst>
                    <a:ext uri="{9D8B030D-6E8A-4147-A177-3AD203B41FA5}">
                      <a16:colId xmlns:a16="http://schemas.microsoft.com/office/drawing/2014/main" val="1613424379"/>
                    </a:ext>
                  </a:extLst>
                </a:gridCol>
                <a:gridCol w="679772">
                  <a:extLst>
                    <a:ext uri="{9D8B030D-6E8A-4147-A177-3AD203B41FA5}">
                      <a16:colId xmlns:a16="http://schemas.microsoft.com/office/drawing/2014/main" val="3212700082"/>
                    </a:ext>
                  </a:extLst>
                </a:gridCol>
                <a:gridCol w="692283">
                  <a:extLst>
                    <a:ext uri="{9D8B030D-6E8A-4147-A177-3AD203B41FA5}">
                      <a16:colId xmlns:a16="http://schemas.microsoft.com/office/drawing/2014/main" val="2250095195"/>
                    </a:ext>
                  </a:extLst>
                </a:gridCol>
                <a:gridCol w="708454">
                  <a:extLst>
                    <a:ext uri="{9D8B030D-6E8A-4147-A177-3AD203B41FA5}">
                      <a16:colId xmlns:a16="http://schemas.microsoft.com/office/drawing/2014/main" val="1409630439"/>
                    </a:ext>
                  </a:extLst>
                </a:gridCol>
              </a:tblGrid>
              <a:tr h="0">
                <a:tc>
                  <a:txBody>
                    <a:bodyPr/>
                    <a:lstStyle/>
                    <a:p>
                      <a:pPr algn="ctr"/>
                      <a:endParaRPr lang="en-TW" sz="800" b="1" dirty="0">
                        <a:solidFill>
                          <a:schemeClr val="accent2"/>
                        </a:solidFill>
                      </a:endParaRPr>
                    </a:p>
                  </a:txBody>
                  <a:tcPr anchor="ctr"/>
                </a:tc>
                <a:tc>
                  <a:txBody>
                    <a:bodyPr/>
                    <a:lstStyle/>
                    <a:p>
                      <a:pPr algn="ctr"/>
                      <a:r>
                        <a:rPr lang="en-US" sz="700" b="1" dirty="0">
                          <a:solidFill>
                            <a:schemeClr val="accent2"/>
                          </a:solidFill>
                        </a:rPr>
                        <a:t>Testcase1</a:t>
                      </a:r>
                      <a:endParaRPr lang="en-TW" sz="700" b="1" dirty="0">
                        <a:solidFill>
                          <a:schemeClr val="accent2"/>
                        </a:solidFill>
                      </a:endParaRPr>
                    </a:p>
                  </a:txBody>
                  <a:tcPr anchor="ctr"/>
                </a:tc>
                <a:tc>
                  <a:txBody>
                    <a:bodyPr/>
                    <a:lstStyle/>
                    <a:p>
                      <a:pPr algn="ctr"/>
                      <a:r>
                        <a:rPr lang="en-US" sz="700" b="1" dirty="0">
                          <a:solidFill>
                            <a:schemeClr val="accent2"/>
                          </a:solidFill>
                        </a:rPr>
                        <a:t>Testcase2</a:t>
                      </a:r>
                      <a:endParaRPr lang="en-TW" sz="700" b="1" dirty="0">
                        <a:solidFill>
                          <a:schemeClr val="accent2"/>
                        </a:solidFill>
                      </a:endParaRPr>
                    </a:p>
                  </a:txBody>
                  <a:tcPr anchor="ctr"/>
                </a:tc>
                <a:tc>
                  <a:txBody>
                    <a:bodyPr/>
                    <a:lstStyle/>
                    <a:p>
                      <a:pPr algn="ctr"/>
                      <a:r>
                        <a:rPr lang="en-US" sz="700" b="1" dirty="0">
                          <a:solidFill>
                            <a:schemeClr val="accent2"/>
                          </a:solidFill>
                        </a:rPr>
                        <a:t>Testcase3</a:t>
                      </a:r>
                      <a:endParaRPr lang="en-TW" sz="700" b="1" dirty="0">
                        <a:solidFill>
                          <a:schemeClr val="accent2"/>
                        </a:solidFill>
                      </a:endParaRPr>
                    </a:p>
                  </a:txBody>
                  <a:tcPr anchor="ctr"/>
                </a:tc>
                <a:tc>
                  <a:txBody>
                    <a:bodyPr/>
                    <a:lstStyle/>
                    <a:p>
                      <a:pPr algn="ctr"/>
                      <a:r>
                        <a:rPr lang="en-US" sz="700" b="1" dirty="0">
                          <a:solidFill>
                            <a:schemeClr val="accent2"/>
                          </a:solidFill>
                        </a:rPr>
                        <a:t>Testcase4</a:t>
                      </a:r>
                      <a:endParaRPr lang="en-TW" sz="700" b="1" dirty="0">
                        <a:solidFill>
                          <a:schemeClr val="accent2"/>
                        </a:solidFill>
                      </a:endParaRPr>
                    </a:p>
                  </a:txBody>
                  <a:tcPr anchor="ctr"/>
                </a:tc>
                <a:tc>
                  <a:txBody>
                    <a:bodyPr/>
                    <a:lstStyle/>
                    <a:p>
                      <a:pPr algn="ctr"/>
                      <a:r>
                        <a:rPr lang="en-US" sz="700" b="1" dirty="0">
                          <a:solidFill>
                            <a:schemeClr val="accent2"/>
                          </a:solidFill>
                        </a:rPr>
                        <a:t>Testcase5</a:t>
                      </a:r>
                      <a:endParaRPr lang="en-TW" sz="700" b="1" dirty="0">
                        <a:solidFill>
                          <a:schemeClr val="accent2"/>
                        </a:solidFill>
                      </a:endParaRPr>
                    </a:p>
                  </a:txBody>
                  <a:tcPr anchor="ctr"/>
                </a:tc>
                <a:tc>
                  <a:txBody>
                    <a:bodyPr/>
                    <a:lstStyle/>
                    <a:p>
                      <a:pPr algn="ctr"/>
                      <a:r>
                        <a:rPr lang="en-US" sz="700" b="1" dirty="0">
                          <a:solidFill>
                            <a:schemeClr val="accent2"/>
                          </a:solidFill>
                        </a:rPr>
                        <a:t>Testcase6</a:t>
                      </a:r>
                      <a:endParaRPr lang="en-TW" sz="700" b="1" dirty="0">
                        <a:solidFill>
                          <a:schemeClr val="accent2"/>
                        </a:solidFill>
                      </a:endParaRPr>
                    </a:p>
                  </a:txBody>
                  <a:tcPr anchor="ctr"/>
                </a:tc>
                <a:tc>
                  <a:txBody>
                    <a:bodyPr/>
                    <a:lstStyle/>
                    <a:p>
                      <a:pPr algn="ctr"/>
                      <a:r>
                        <a:rPr lang="en-US" sz="700" b="1" dirty="0">
                          <a:solidFill>
                            <a:schemeClr val="accent2"/>
                          </a:solidFill>
                        </a:rPr>
                        <a:t>Testcase7</a:t>
                      </a:r>
                      <a:endParaRPr lang="en-TW" sz="700" b="1" dirty="0">
                        <a:solidFill>
                          <a:schemeClr val="accent2"/>
                        </a:solidFill>
                      </a:endParaRPr>
                    </a:p>
                  </a:txBody>
                  <a:tcPr anchor="ctr"/>
                </a:tc>
                <a:tc>
                  <a:txBody>
                    <a:bodyPr/>
                    <a:lstStyle/>
                    <a:p>
                      <a:pPr algn="ctr"/>
                      <a:r>
                        <a:rPr lang="en-US" sz="700" b="1" dirty="0">
                          <a:solidFill>
                            <a:schemeClr val="accent2"/>
                          </a:solidFill>
                        </a:rPr>
                        <a:t>Hidden1</a:t>
                      </a:r>
                      <a:endParaRPr lang="en-TW" sz="700" b="1" dirty="0">
                        <a:solidFill>
                          <a:schemeClr val="accent2"/>
                        </a:solidFill>
                      </a:endParaRPr>
                    </a:p>
                  </a:txBody>
                  <a:tcPr anchor="ctr"/>
                </a:tc>
                <a:tc>
                  <a:txBody>
                    <a:bodyPr/>
                    <a:lstStyle/>
                    <a:p>
                      <a:pPr algn="ctr"/>
                      <a:r>
                        <a:rPr lang="en-US" sz="700" b="1" dirty="0">
                          <a:solidFill>
                            <a:schemeClr val="accent2"/>
                          </a:solidFill>
                        </a:rPr>
                        <a:t>Hidden2</a:t>
                      </a:r>
                      <a:endParaRPr lang="en-TW" sz="700" b="1" dirty="0">
                        <a:solidFill>
                          <a:schemeClr val="accent2"/>
                        </a:solidFill>
                      </a:endParaRPr>
                    </a:p>
                  </a:txBody>
                  <a:tcPr anchor="ctr"/>
                </a:tc>
                <a:tc>
                  <a:txBody>
                    <a:bodyPr/>
                    <a:lstStyle/>
                    <a:p>
                      <a:pPr algn="ctr"/>
                      <a:r>
                        <a:rPr lang="en-US" sz="700" b="1" dirty="0">
                          <a:solidFill>
                            <a:schemeClr val="accent2"/>
                          </a:solidFill>
                        </a:rPr>
                        <a:t>Hidden3</a:t>
                      </a:r>
                      <a:endParaRPr lang="en-TW" sz="700" b="1" dirty="0">
                        <a:solidFill>
                          <a:schemeClr val="accent2"/>
                        </a:solidFill>
                      </a:endParaRPr>
                    </a:p>
                  </a:txBody>
                  <a:tcPr anchor="ctr"/>
                </a:tc>
                <a:tc>
                  <a:txBody>
                    <a:bodyPr/>
                    <a:lstStyle/>
                    <a:p>
                      <a:pPr algn="ctr"/>
                      <a:r>
                        <a:rPr lang="en-US" sz="700" b="1" dirty="0">
                          <a:solidFill>
                            <a:schemeClr val="accent2"/>
                          </a:solidFill>
                        </a:rPr>
                        <a:t>Hidden4</a:t>
                      </a:r>
                      <a:endParaRPr lang="en-TW" sz="700" b="1" dirty="0">
                        <a:solidFill>
                          <a:schemeClr val="accent2"/>
                        </a:solidFill>
                      </a:endParaRPr>
                    </a:p>
                  </a:txBody>
                  <a:tcPr anchor="ctr"/>
                </a:tc>
                <a:tc>
                  <a:txBody>
                    <a:bodyPr/>
                    <a:lstStyle/>
                    <a:p>
                      <a:pPr algn="ctr"/>
                      <a:r>
                        <a:rPr lang="en-US" sz="700" b="1" dirty="0">
                          <a:solidFill>
                            <a:schemeClr val="accent2"/>
                          </a:solidFill>
                        </a:rPr>
                        <a:t>Hidden5</a:t>
                      </a:r>
                      <a:endParaRPr lang="en-TW" sz="700" b="1" dirty="0">
                        <a:solidFill>
                          <a:schemeClr val="accent2"/>
                        </a:solidFill>
                      </a:endParaRPr>
                    </a:p>
                  </a:txBody>
                  <a:tcPr anchor="ctr"/>
                </a:tc>
                <a:extLst>
                  <a:ext uri="{0D108BD9-81ED-4DB2-BD59-A6C34878D82A}">
                    <a16:rowId xmlns:a16="http://schemas.microsoft.com/office/drawing/2014/main" val="2362081837"/>
                  </a:ext>
                </a:extLst>
              </a:tr>
              <a:tr h="0">
                <a:tc>
                  <a:txBody>
                    <a:bodyPr/>
                    <a:lstStyle/>
                    <a:p>
                      <a:pPr algn="ctr"/>
                      <a:r>
                        <a:rPr lang="en-TW" sz="800" b="1" dirty="0">
                          <a:solidFill>
                            <a:schemeClr val="accent2"/>
                          </a:solidFill>
                        </a:rPr>
                        <a:t>Team</a:t>
                      </a:r>
                    </a:p>
                  </a:txBody>
                  <a:tcPr anchor="ctr"/>
                </a:tc>
                <a:tc>
                  <a:txBody>
                    <a:bodyPr/>
                    <a:lstStyle/>
                    <a:p>
                      <a:pPr algn="ctr"/>
                      <a:r>
                        <a:rPr lang="en-US" sz="800" b="1" dirty="0">
                          <a:solidFill>
                            <a:schemeClr val="accent2"/>
                          </a:solidFill>
                        </a:rPr>
                        <a:t>ac97_top</a:t>
                      </a:r>
                      <a:endParaRPr lang="en-TW" sz="800" b="1" dirty="0">
                        <a:solidFill>
                          <a:schemeClr val="accent2"/>
                        </a:solidFill>
                      </a:endParaRPr>
                    </a:p>
                  </a:txBody>
                  <a:tcPr anchor="ctr"/>
                </a:tc>
                <a:tc>
                  <a:txBody>
                    <a:bodyPr/>
                    <a:lstStyle/>
                    <a:p>
                      <a:pPr algn="ctr"/>
                      <a:r>
                        <a:rPr lang="en-US" sz="800" b="1" dirty="0" err="1">
                          <a:solidFill>
                            <a:schemeClr val="accent2"/>
                          </a:solidFill>
                        </a:rPr>
                        <a:t>aes</a:t>
                      </a:r>
                      <a:endParaRPr lang="en-TW" sz="800" b="1" dirty="0">
                        <a:solidFill>
                          <a:schemeClr val="accent2"/>
                        </a:solidFill>
                      </a:endParaRPr>
                    </a:p>
                  </a:txBody>
                  <a:tcPr anchor="ctr"/>
                </a:tc>
                <a:tc>
                  <a:txBody>
                    <a:bodyPr/>
                    <a:lstStyle/>
                    <a:p>
                      <a:pPr algn="ctr"/>
                      <a:r>
                        <a:rPr lang="en-US" sz="800" b="1" dirty="0" err="1">
                          <a:solidFill>
                            <a:schemeClr val="accent2"/>
                          </a:solidFill>
                        </a:rPr>
                        <a:t>NV_m</a:t>
                      </a:r>
                      <a:endParaRPr lang="en-TW" sz="800" b="1" dirty="0">
                        <a:solidFill>
                          <a:schemeClr val="accent2"/>
                        </a:solidFill>
                      </a:endParaRPr>
                    </a:p>
                  </a:txBody>
                  <a:tcPr anchor="ctr"/>
                </a:tc>
                <a:tc>
                  <a:txBody>
                    <a:bodyPr/>
                    <a:lstStyle/>
                    <a:p>
                      <a:pPr algn="ctr"/>
                      <a:r>
                        <a:rPr lang="en-US" sz="800" b="1" dirty="0" err="1">
                          <a:solidFill>
                            <a:schemeClr val="accent2"/>
                          </a:solidFill>
                        </a:rPr>
                        <a:t>fpu</a:t>
                      </a:r>
                      <a:endParaRPr lang="en-TW" sz="800" b="1" dirty="0">
                        <a:solidFill>
                          <a:schemeClr val="accent2"/>
                        </a:solidFill>
                      </a:endParaRPr>
                    </a:p>
                  </a:txBody>
                  <a:tcPr anchor="ctr"/>
                </a:tc>
                <a:tc>
                  <a:txBody>
                    <a:bodyPr/>
                    <a:lstStyle/>
                    <a:p>
                      <a:pPr algn="ctr"/>
                      <a:r>
                        <a:rPr lang="en-US" sz="800" b="1" dirty="0" err="1">
                          <a:solidFill>
                            <a:schemeClr val="accent2"/>
                          </a:solidFill>
                        </a:rPr>
                        <a:t>NV_p</a:t>
                      </a:r>
                      <a:endParaRPr lang="en-TW" sz="800" b="1" dirty="0">
                        <a:solidFill>
                          <a:schemeClr val="accent2"/>
                        </a:solidFill>
                      </a:endParaRPr>
                    </a:p>
                  </a:txBody>
                  <a:tcPr anchor="ctr"/>
                </a:tc>
                <a:tc>
                  <a:txBody>
                    <a:bodyPr/>
                    <a:lstStyle/>
                    <a:p>
                      <a:pPr algn="ctr"/>
                      <a:r>
                        <a:rPr lang="en-US" sz="800" b="1" dirty="0" err="1">
                          <a:solidFill>
                            <a:schemeClr val="accent2"/>
                          </a:solidFill>
                        </a:rPr>
                        <a:t>NV_p_mod</a:t>
                      </a:r>
                      <a:endParaRPr lang="en-TW" sz="800" b="1" dirty="0">
                        <a:solidFill>
                          <a:schemeClr val="accent2"/>
                        </a:solidFill>
                      </a:endParaRPr>
                    </a:p>
                  </a:txBody>
                  <a:tcPr anchor="ctr"/>
                </a:tc>
                <a:tc>
                  <a:txBody>
                    <a:bodyPr/>
                    <a:lstStyle/>
                    <a:p>
                      <a:pPr algn="ctr"/>
                      <a:r>
                        <a:rPr lang="en-US" sz="800" b="1" dirty="0" err="1">
                          <a:solidFill>
                            <a:schemeClr val="accent2"/>
                          </a:solidFill>
                        </a:rPr>
                        <a:t>NV_c</a:t>
                      </a:r>
                      <a:endParaRPr lang="en-TW" sz="800" b="1" dirty="0">
                        <a:solidFill>
                          <a:schemeClr val="accent2"/>
                        </a:solidFill>
                      </a:endParaRPr>
                    </a:p>
                  </a:txBody>
                  <a:tcPr anchor="ctr"/>
                </a:tc>
                <a:tc>
                  <a:txBody>
                    <a:bodyPr/>
                    <a:lstStyle/>
                    <a:p>
                      <a:pPr algn="ctr"/>
                      <a:r>
                        <a:rPr lang="en-TW" sz="800" b="1" dirty="0">
                          <a:solidFill>
                            <a:schemeClr val="accent2"/>
                          </a:solidFill>
                        </a:rPr>
                        <a:t>hidden1</a:t>
                      </a:r>
                    </a:p>
                  </a:txBody>
                  <a:tcPr anchor="ctr"/>
                </a:tc>
                <a:tc>
                  <a:txBody>
                    <a:bodyPr/>
                    <a:lstStyle/>
                    <a:p>
                      <a:pPr algn="ctr"/>
                      <a:r>
                        <a:rPr lang="en-TW" sz="800" b="1" dirty="0">
                          <a:solidFill>
                            <a:schemeClr val="accent2"/>
                          </a:solidFill>
                        </a:rPr>
                        <a:t>hidden2</a:t>
                      </a:r>
                    </a:p>
                  </a:txBody>
                  <a:tcPr anchor="ctr"/>
                </a:tc>
                <a:tc>
                  <a:txBody>
                    <a:bodyPr/>
                    <a:lstStyle/>
                    <a:p>
                      <a:pPr algn="ctr"/>
                      <a:r>
                        <a:rPr lang="en-TW" sz="800" b="1" dirty="0">
                          <a:solidFill>
                            <a:schemeClr val="accent2"/>
                          </a:solidFill>
                        </a:rPr>
                        <a:t>hidden3</a:t>
                      </a:r>
                    </a:p>
                  </a:txBody>
                  <a:tcPr anchor="ctr"/>
                </a:tc>
                <a:tc>
                  <a:txBody>
                    <a:bodyPr/>
                    <a:lstStyle/>
                    <a:p>
                      <a:pPr algn="ctr"/>
                      <a:r>
                        <a:rPr lang="en-TW" sz="800" b="1" dirty="0">
                          <a:solidFill>
                            <a:schemeClr val="accent2"/>
                          </a:solidFill>
                        </a:rPr>
                        <a:t>hidden4</a:t>
                      </a:r>
                    </a:p>
                  </a:txBody>
                  <a:tcPr anchor="ctr"/>
                </a:tc>
                <a:tc>
                  <a:txBody>
                    <a:bodyPr/>
                    <a:lstStyle/>
                    <a:p>
                      <a:pPr algn="ctr"/>
                      <a:r>
                        <a:rPr lang="en-TW" sz="800" b="1" dirty="0">
                          <a:solidFill>
                            <a:schemeClr val="accent2"/>
                          </a:solidFill>
                        </a:rPr>
                        <a:t>hidden5</a:t>
                      </a:r>
                    </a:p>
                  </a:txBody>
                  <a:tcPr anchor="ctr"/>
                </a:tc>
                <a:extLst>
                  <a:ext uri="{0D108BD9-81ED-4DB2-BD59-A6C34878D82A}">
                    <a16:rowId xmlns:a16="http://schemas.microsoft.com/office/drawing/2014/main" val="707529921"/>
                  </a:ext>
                </a:extLst>
              </a:tr>
              <a:tr h="0">
                <a:tc>
                  <a:txBody>
                    <a:bodyPr/>
                    <a:lstStyle/>
                    <a:p>
                      <a:pPr algn="ctr"/>
                      <a:r>
                        <a:rPr lang="en-TW" sz="800" dirty="0"/>
                        <a:t>T</a:t>
                      </a:r>
                      <a:r>
                        <a:rPr lang="en-US" sz="800" dirty="0"/>
                        <a:t>1</a:t>
                      </a:r>
                      <a:endParaRPr lang="en-TW" sz="800" dirty="0"/>
                    </a:p>
                  </a:txBody>
                  <a:tcPr anchor="ct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extLst>
                  <a:ext uri="{0D108BD9-81ED-4DB2-BD59-A6C34878D82A}">
                    <a16:rowId xmlns:a16="http://schemas.microsoft.com/office/drawing/2014/main" val="1964197561"/>
                  </a:ext>
                </a:extLst>
              </a:tr>
              <a:tr h="0">
                <a:tc>
                  <a:txBody>
                    <a:bodyPr/>
                    <a:lstStyle/>
                    <a:p>
                      <a:pPr algn="ctr"/>
                      <a:r>
                        <a:rPr lang="en-US" sz="800" dirty="0"/>
                        <a:t>T2</a:t>
                      </a:r>
                      <a:endParaRPr lang="en-TW" sz="800" dirty="0"/>
                    </a:p>
                  </a:txBody>
                  <a:tcPr anchor="ct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extLst>
                  <a:ext uri="{0D108BD9-81ED-4DB2-BD59-A6C34878D82A}">
                    <a16:rowId xmlns:a16="http://schemas.microsoft.com/office/drawing/2014/main" val="2957060369"/>
                  </a:ext>
                </a:extLst>
              </a:tr>
              <a:tr h="0">
                <a:tc>
                  <a:txBody>
                    <a:bodyPr/>
                    <a:lstStyle/>
                    <a:p>
                      <a:pPr algn="ctr"/>
                      <a:r>
                        <a:rPr lang="en-TW" sz="800" dirty="0"/>
                        <a:t>T</a:t>
                      </a:r>
                      <a:r>
                        <a:rPr lang="en-US" sz="800" dirty="0"/>
                        <a:t>3</a:t>
                      </a:r>
                      <a:endParaRPr lang="en-TW" sz="800" dirty="0"/>
                    </a:p>
                  </a:txBody>
                  <a:tcPr anchor="ct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tc>
                  <a:txBody>
                    <a:bodyPr/>
                    <a:lstStyle/>
                    <a:p>
                      <a:pPr algn="ct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tc>
                  <a:txBody>
                    <a:bodyPr/>
                    <a:lstStyle/>
                    <a:p>
                      <a:pPr algn="ctr"/>
                      <a:r>
                        <a:rPr lang="en-TW" sz="800" dirty="0"/>
                        <a:t>Failed</a:t>
                      </a:r>
                    </a:p>
                  </a:txBody>
                  <a:tcPr anchor="c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Failed</a:t>
                      </a:r>
                    </a:p>
                  </a:txBody>
                  <a:tcPr anchor="ctr">
                    <a:solidFill>
                      <a:schemeClr val="accent2">
                        <a:lumMod val="40000"/>
                        <a:lumOff val="60000"/>
                      </a:schemeClr>
                    </a:solidFill>
                  </a:tcPr>
                </a:tc>
                <a:extLst>
                  <a:ext uri="{0D108BD9-81ED-4DB2-BD59-A6C34878D82A}">
                    <a16:rowId xmlns:a16="http://schemas.microsoft.com/office/drawing/2014/main" val="3214112067"/>
                  </a:ext>
                </a:extLst>
              </a:tr>
              <a:tr h="0">
                <a:tc>
                  <a:txBody>
                    <a:bodyPr/>
                    <a:lstStyle/>
                    <a:p>
                      <a:pPr algn="ctr"/>
                      <a:r>
                        <a:rPr lang="en-TW" sz="800" dirty="0"/>
                        <a:t>T4</a:t>
                      </a:r>
                    </a:p>
                  </a:txBody>
                  <a:tcPr anchor="ct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extLst>
                  <a:ext uri="{0D108BD9-81ED-4DB2-BD59-A6C34878D82A}">
                    <a16:rowId xmlns:a16="http://schemas.microsoft.com/office/drawing/2014/main" val="850932460"/>
                  </a:ext>
                </a:extLst>
              </a:tr>
              <a:tr h="0">
                <a:tc>
                  <a:txBody>
                    <a:bodyPr/>
                    <a:lstStyle/>
                    <a:p>
                      <a:pPr algn="ctr"/>
                      <a:r>
                        <a:rPr lang="en-TW" sz="800" dirty="0"/>
                        <a:t>T5</a:t>
                      </a:r>
                    </a:p>
                  </a:txBody>
                  <a:tcPr anchor="ct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extLst>
                  <a:ext uri="{0D108BD9-81ED-4DB2-BD59-A6C34878D82A}">
                    <a16:rowId xmlns:a16="http://schemas.microsoft.com/office/drawing/2014/main" val="2560803129"/>
                  </a:ext>
                </a:extLst>
              </a:tr>
              <a:tr h="0">
                <a:tc>
                  <a:txBody>
                    <a:bodyPr/>
                    <a:lstStyle/>
                    <a:p>
                      <a:pPr algn="ctr"/>
                      <a:r>
                        <a:rPr lang="en-TW" sz="800" dirty="0"/>
                        <a:t>T6</a:t>
                      </a:r>
                    </a:p>
                  </a:txBody>
                  <a:tcPr anchor="ct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extLst>
                  <a:ext uri="{0D108BD9-81ED-4DB2-BD59-A6C34878D82A}">
                    <a16:rowId xmlns:a16="http://schemas.microsoft.com/office/drawing/2014/main" val="2729544869"/>
                  </a:ext>
                </a:extLst>
              </a:tr>
              <a:tr h="0">
                <a:tc>
                  <a:txBody>
                    <a:bodyPr/>
                    <a:lstStyle/>
                    <a:p>
                      <a:pPr algn="ctr"/>
                      <a:r>
                        <a:rPr lang="en-TW" sz="800" dirty="0"/>
                        <a:t>T7</a:t>
                      </a:r>
                    </a:p>
                  </a:txBody>
                  <a:tcPr anchor="ct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Pass</a:t>
                      </a:r>
                      <a:endParaRPr lang="en-TW" sz="800" dirty="0"/>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tc>
                  <a:txBody>
                    <a:bodyPr/>
                    <a:lstStyle/>
                    <a:p>
                      <a:pPr algn="ctr"/>
                      <a:r>
                        <a:rPr lang="en-TW" sz="800" dirty="0"/>
                        <a:t>Pass</a:t>
                      </a:r>
                    </a:p>
                  </a:txBody>
                  <a:tcPr anchor="c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TW" sz="800" dirty="0"/>
                        <a:t>Pass</a:t>
                      </a:r>
                    </a:p>
                  </a:txBody>
                  <a:tcPr anchor="ctr">
                    <a:solidFill>
                      <a:schemeClr val="accent3">
                        <a:lumMod val="60000"/>
                        <a:lumOff val="40000"/>
                      </a:schemeClr>
                    </a:solidFill>
                  </a:tcPr>
                </a:tc>
                <a:extLst>
                  <a:ext uri="{0D108BD9-81ED-4DB2-BD59-A6C34878D82A}">
                    <a16:rowId xmlns:a16="http://schemas.microsoft.com/office/drawing/2014/main" val="3593827529"/>
                  </a:ext>
                </a:extLst>
              </a:tr>
            </a:tbl>
          </a:graphicData>
        </a:graphic>
      </p:graphicFrame>
    </p:spTree>
    <p:extLst>
      <p:ext uri="{BB962C8B-B14F-4D97-AF65-F5344CB8AC3E}">
        <p14:creationId xmlns:p14="http://schemas.microsoft.com/office/powerpoint/2010/main" val="2673181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097213B6-D2D9-177A-1DFD-21B12ECA4299}"/>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56C40E41-5B18-1A19-CB30-1C41822C4813}"/>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Results: Total Negative Slack </a:t>
            </a:r>
          </a:p>
        </p:txBody>
      </p:sp>
      <p:graphicFrame>
        <p:nvGraphicFramePr>
          <p:cNvPr id="4" name="Table 3">
            <a:extLst>
              <a:ext uri="{FF2B5EF4-FFF2-40B4-BE49-F238E27FC236}">
                <a16:creationId xmlns:a16="http://schemas.microsoft.com/office/drawing/2014/main" id="{A5505859-0878-51ED-238F-E3363F768C3C}"/>
              </a:ext>
            </a:extLst>
          </p:cNvPr>
          <p:cNvGraphicFramePr>
            <a:graphicFrameLocks noGrp="1"/>
          </p:cNvGraphicFramePr>
          <p:nvPr>
            <p:extLst>
              <p:ext uri="{D42A27DB-BD31-4B8C-83A1-F6EECF244321}">
                <p14:modId xmlns:p14="http://schemas.microsoft.com/office/powerpoint/2010/main" val="870217974"/>
              </p:ext>
            </p:extLst>
          </p:nvPr>
        </p:nvGraphicFramePr>
        <p:xfrm>
          <a:off x="228600" y="1077983"/>
          <a:ext cx="2605063" cy="3179064"/>
        </p:xfrm>
        <a:graphic>
          <a:graphicData uri="http://schemas.openxmlformats.org/drawingml/2006/table">
            <a:tbl>
              <a:tblPr firstRow="1">
                <a:tableStyleId>{69012ECD-51FC-41F1-AA8D-1B2483CD663E}</a:tableStyleId>
              </a:tblPr>
              <a:tblGrid>
                <a:gridCol w="1700530">
                  <a:extLst>
                    <a:ext uri="{9D8B030D-6E8A-4147-A177-3AD203B41FA5}">
                      <a16:colId xmlns:a16="http://schemas.microsoft.com/office/drawing/2014/main" val="1284798624"/>
                    </a:ext>
                  </a:extLst>
                </a:gridCol>
                <a:gridCol w="904533">
                  <a:extLst>
                    <a:ext uri="{9D8B030D-6E8A-4147-A177-3AD203B41FA5}">
                      <a16:colId xmlns:a16="http://schemas.microsoft.com/office/drawing/2014/main" val="936744260"/>
                    </a:ext>
                  </a:extLst>
                </a:gridCol>
              </a:tblGrid>
              <a:tr h="331890">
                <a:tc>
                  <a:txBody>
                    <a:bodyPr/>
                    <a:lstStyle/>
                    <a:p>
                      <a:pPr algn="ctr" rtl="0" fontAlgn="b">
                        <a:buNone/>
                      </a:pPr>
                      <a:r>
                        <a:rPr lang="en-US" sz="1100" dirty="0">
                          <a:solidFill>
                            <a:schemeClr val="tx1"/>
                          </a:solidFill>
                          <a:effectLst/>
                        </a:rPr>
                        <a:t>Design</a:t>
                      </a:r>
                    </a:p>
                  </a:txBody>
                  <a:tcPr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buNone/>
                      </a:pPr>
                      <a:r>
                        <a:rPr lang="en-US" sz="1100" dirty="0">
                          <a:solidFill>
                            <a:schemeClr val="tx1"/>
                          </a:solidFill>
                          <a:effectLst/>
                        </a:rPr>
                        <a:t>Instance count</a:t>
                      </a:r>
                    </a:p>
                  </a:txBody>
                  <a:tcPr marB="18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2540101"/>
                  </a:ext>
                </a:extLst>
              </a:tr>
              <a:tr h="218170">
                <a:tc>
                  <a:txBody>
                    <a:bodyPr/>
                    <a:lstStyle/>
                    <a:p>
                      <a:pPr algn="ctr" rtl="0" fontAlgn="b">
                        <a:buNone/>
                      </a:pPr>
                      <a:r>
                        <a:rPr lang="en-US" sz="1100" dirty="0">
                          <a:effectLst/>
                        </a:rPr>
                        <a:t>testcase1</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dirty="0">
                          <a:effectLst/>
                        </a:rPr>
                        <a:t>8029</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0193498"/>
                  </a:ext>
                </a:extLst>
              </a:tr>
              <a:tr h="218170">
                <a:tc>
                  <a:txBody>
                    <a:bodyPr/>
                    <a:lstStyle/>
                    <a:p>
                      <a:pPr algn="ctr" rtl="0" fontAlgn="b">
                        <a:buNone/>
                      </a:pPr>
                      <a:r>
                        <a:rPr lang="en-US" sz="1100" dirty="0">
                          <a:effectLst/>
                        </a:rPr>
                        <a:t>testcase2</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dirty="0">
                          <a:effectLst/>
                        </a:rPr>
                        <a:t>10965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80035"/>
                  </a:ext>
                </a:extLst>
              </a:tr>
              <a:tr h="218170">
                <a:tc>
                  <a:txBody>
                    <a:bodyPr/>
                    <a:lstStyle/>
                    <a:p>
                      <a:pPr algn="ctr" rtl="0" fontAlgn="b">
                        <a:buNone/>
                      </a:pPr>
                      <a:r>
                        <a:rPr lang="en-US" sz="1100" dirty="0">
                          <a:effectLst/>
                        </a:rPr>
                        <a:t>testcase3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dirty="0">
                          <a:effectLst/>
                        </a:rPr>
                        <a:t>17843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644633"/>
                  </a:ext>
                </a:extLst>
              </a:tr>
              <a:tr h="218170">
                <a:tc>
                  <a:txBody>
                    <a:bodyPr/>
                    <a:lstStyle/>
                    <a:p>
                      <a:pPr algn="ctr" rtl="0" fontAlgn="b">
                        <a:buNone/>
                      </a:pPr>
                      <a:r>
                        <a:rPr lang="en-US" sz="1100" dirty="0">
                          <a:effectLst/>
                        </a:rPr>
                        <a:t>testcase4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a:effectLst/>
                        </a:rPr>
                        <a:t>19725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7141584"/>
                  </a:ext>
                </a:extLst>
              </a:tr>
              <a:tr h="218170">
                <a:tc>
                  <a:txBody>
                    <a:bodyPr/>
                    <a:lstStyle/>
                    <a:p>
                      <a:pPr algn="ctr" rtl="0" fontAlgn="b">
                        <a:buNone/>
                      </a:pPr>
                      <a:r>
                        <a:rPr lang="en-US" sz="1100" dirty="0">
                          <a:effectLst/>
                        </a:rPr>
                        <a:t>testcase5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a:effectLst/>
                        </a:rPr>
                        <a:t>58216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3455131"/>
                  </a:ext>
                </a:extLst>
              </a:tr>
              <a:tr h="218170">
                <a:tc>
                  <a:txBody>
                    <a:bodyPr/>
                    <a:lstStyle/>
                    <a:p>
                      <a:pPr algn="ctr" rtl="0" fontAlgn="b">
                        <a:buNone/>
                      </a:pPr>
                      <a:r>
                        <a:rPr lang="en-US" sz="1100" dirty="0">
                          <a:effectLst/>
                        </a:rPr>
                        <a:t>testcase6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dirty="0">
                          <a:effectLst/>
                        </a:rPr>
                        <a:t>58026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8115831"/>
                  </a:ext>
                </a:extLst>
              </a:tr>
              <a:tr h="218170">
                <a:tc>
                  <a:txBody>
                    <a:bodyPr/>
                    <a:lstStyle/>
                    <a:p>
                      <a:pPr algn="ctr" rtl="0" fontAlgn="b">
                        <a:buNone/>
                      </a:pPr>
                      <a:r>
                        <a:rPr lang="en-US" sz="1100" dirty="0">
                          <a:effectLst/>
                        </a:rPr>
                        <a:t>testcase7</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dirty="0">
                          <a:effectLst/>
                        </a:rPr>
                        <a:t>155686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7104242"/>
                  </a:ext>
                </a:extLst>
              </a:tr>
              <a:tr h="218170">
                <a:tc>
                  <a:txBody>
                    <a:bodyPr/>
                    <a:lstStyle/>
                    <a:p>
                      <a:pPr algn="ctr" rtl="0" fontAlgn="b">
                        <a:buNone/>
                      </a:pPr>
                      <a:r>
                        <a:rPr lang="en-US" sz="1100" dirty="0">
                          <a:effectLst/>
                        </a:rPr>
                        <a:t>hidden1</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dirty="0">
                          <a:effectLst/>
                        </a:rPr>
                        <a:t>12130</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4496910"/>
                  </a:ext>
                </a:extLst>
              </a:tr>
              <a:tr h="218170">
                <a:tc>
                  <a:txBody>
                    <a:bodyPr/>
                    <a:lstStyle/>
                    <a:p>
                      <a:pPr algn="ctr" rtl="0" fontAlgn="b">
                        <a:buNone/>
                      </a:pPr>
                      <a:r>
                        <a:rPr lang="en-US" sz="1100" dirty="0">
                          <a:effectLst/>
                        </a:rPr>
                        <a:t>hidden2</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a:effectLst/>
                        </a:rPr>
                        <a:t>32795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862425"/>
                  </a:ext>
                </a:extLst>
              </a:tr>
              <a:tr h="218170">
                <a:tc>
                  <a:txBody>
                    <a:bodyPr/>
                    <a:lstStyle/>
                    <a:p>
                      <a:pPr algn="ctr" rtl="0" fontAlgn="b">
                        <a:buNone/>
                      </a:pPr>
                      <a:r>
                        <a:rPr lang="en-US" sz="1100" dirty="0">
                          <a:effectLst/>
                        </a:rPr>
                        <a:t>hidden3</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dirty="0">
                          <a:effectLst/>
                        </a:rPr>
                        <a:t>112896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3900587"/>
                  </a:ext>
                </a:extLst>
              </a:tr>
              <a:tr h="218170">
                <a:tc>
                  <a:txBody>
                    <a:bodyPr/>
                    <a:lstStyle/>
                    <a:p>
                      <a:pPr algn="ctr" rtl="0" fontAlgn="b">
                        <a:buNone/>
                      </a:pPr>
                      <a:r>
                        <a:rPr lang="en-US" sz="1100" dirty="0">
                          <a:effectLst/>
                        </a:rPr>
                        <a:t>hidden4</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dirty="0">
                          <a:effectLst/>
                        </a:rPr>
                        <a:t>150545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425553"/>
                  </a:ext>
                </a:extLst>
              </a:tr>
              <a:tr h="218170">
                <a:tc>
                  <a:txBody>
                    <a:bodyPr/>
                    <a:lstStyle/>
                    <a:p>
                      <a:pPr algn="ctr" rtl="0" fontAlgn="b">
                        <a:buNone/>
                      </a:pPr>
                      <a:r>
                        <a:rPr lang="en-US" sz="1100" dirty="0">
                          <a:effectLst/>
                        </a:rPr>
                        <a:t>hidden5</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buNone/>
                      </a:pPr>
                      <a:r>
                        <a:rPr lang="en-US" sz="1100" dirty="0">
                          <a:effectLst/>
                        </a:rPr>
                        <a:t>15236</a:t>
                      </a:r>
                    </a:p>
                  </a:txBody>
                  <a:tcPr marB="18288"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1554935"/>
                  </a:ext>
                </a:extLst>
              </a:tr>
            </a:tbl>
          </a:graphicData>
        </a:graphic>
      </p:graphicFrame>
      <p:pic>
        <p:nvPicPr>
          <p:cNvPr id="8" name="Picture 7">
            <a:extLst>
              <a:ext uri="{FF2B5EF4-FFF2-40B4-BE49-F238E27FC236}">
                <a16:creationId xmlns:a16="http://schemas.microsoft.com/office/drawing/2014/main" id="{305CF6B3-5C8E-8327-2740-D5B8BC35BAE9}"/>
              </a:ext>
            </a:extLst>
          </p:cNvPr>
          <p:cNvPicPr>
            <a:picLocks noChangeAspect="1"/>
          </p:cNvPicPr>
          <p:nvPr/>
        </p:nvPicPr>
        <p:blipFill>
          <a:blip r:embed="rId3"/>
          <a:srcRect l="1758" t="13861"/>
          <a:stretch>
            <a:fillRect/>
          </a:stretch>
        </p:blipFill>
        <p:spPr>
          <a:xfrm>
            <a:off x="3142407" y="1372115"/>
            <a:ext cx="5868243" cy="2590800"/>
          </a:xfrm>
          <a:prstGeom prst="rect">
            <a:avLst/>
          </a:prstGeom>
        </p:spPr>
      </p:pic>
      <p:sp>
        <p:nvSpPr>
          <p:cNvPr id="9" name="TextBox 8">
            <a:extLst>
              <a:ext uri="{FF2B5EF4-FFF2-40B4-BE49-F238E27FC236}">
                <a16:creationId xmlns:a16="http://schemas.microsoft.com/office/drawing/2014/main" id="{E8408488-9155-4E32-EDBE-A03EF76AA6E9}"/>
              </a:ext>
            </a:extLst>
          </p:cNvPr>
          <p:cNvSpPr txBox="1"/>
          <p:nvPr/>
        </p:nvSpPr>
        <p:spPr>
          <a:xfrm>
            <a:off x="2978667" y="3239194"/>
            <a:ext cx="808074" cy="276999"/>
          </a:xfrm>
          <a:prstGeom prst="rect">
            <a:avLst/>
          </a:prstGeom>
          <a:noFill/>
        </p:spPr>
        <p:txBody>
          <a:bodyPr wrap="square" rtlCol="0">
            <a:spAutoFit/>
          </a:bodyPr>
          <a:lstStyle/>
          <a:p>
            <a:pPr algn="ctr"/>
            <a:r>
              <a:rPr lang="en-TW" sz="1200" b="1" i="1" dirty="0">
                <a:solidFill>
                  <a:schemeClr val="bg2"/>
                </a:solidFill>
              </a:rPr>
              <a:t>unit: ns</a:t>
            </a:r>
          </a:p>
        </p:txBody>
      </p:sp>
    </p:spTree>
    <p:extLst>
      <p:ext uri="{BB962C8B-B14F-4D97-AF65-F5344CB8AC3E}">
        <p14:creationId xmlns:p14="http://schemas.microsoft.com/office/powerpoint/2010/main" val="178272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63667CD5-6368-859E-38A3-2EE4EAF11879}"/>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249A31F8-5182-2588-7FE3-756B4BD75F3F}"/>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Results: Total Slew Violation Difference</a:t>
            </a:r>
          </a:p>
        </p:txBody>
      </p:sp>
      <p:pic>
        <p:nvPicPr>
          <p:cNvPr id="6" name="Picture 5">
            <a:extLst>
              <a:ext uri="{FF2B5EF4-FFF2-40B4-BE49-F238E27FC236}">
                <a16:creationId xmlns:a16="http://schemas.microsoft.com/office/drawing/2014/main" id="{C750C5EA-D017-5128-97E3-C62860F09C56}"/>
              </a:ext>
            </a:extLst>
          </p:cNvPr>
          <p:cNvPicPr>
            <a:picLocks noChangeAspect="1"/>
          </p:cNvPicPr>
          <p:nvPr/>
        </p:nvPicPr>
        <p:blipFill>
          <a:blip r:embed="rId3"/>
          <a:srcRect t="13633"/>
          <a:stretch>
            <a:fillRect/>
          </a:stretch>
        </p:blipFill>
        <p:spPr>
          <a:xfrm>
            <a:off x="1392632" y="1443237"/>
            <a:ext cx="6358736" cy="2752325"/>
          </a:xfrm>
          <a:prstGeom prst="rect">
            <a:avLst/>
          </a:prstGeom>
        </p:spPr>
      </p:pic>
      <p:sp>
        <p:nvSpPr>
          <p:cNvPr id="7" name="TextBox 6">
            <a:extLst>
              <a:ext uri="{FF2B5EF4-FFF2-40B4-BE49-F238E27FC236}">
                <a16:creationId xmlns:a16="http://schemas.microsoft.com/office/drawing/2014/main" id="{7F0DB30E-0859-A767-6CCB-5291C800DE53}"/>
              </a:ext>
            </a:extLst>
          </p:cNvPr>
          <p:cNvSpPr txBox="1"/>
          <p:nvPr/>
        </p:nvSpPr>
        <p:spPr>
          <a:xfrm>
            <a:off x="1292742" y="3410644"/>
            <a:ext cx="808074" cy="276999"/>
          </a:xfrm>
          <a:prstGeom prst="rect">
            <a:avLst/>
          </a:prstGeom>
          <a:noFill/>
        </p:spPr>
        <p:txBody>
          <a:bodyPr wrap="square" rtlCol="0">
            <a:spAutoFit/>
          </a:bodyPr>
          <a:lstStyle/>
          <a:p>
            <a:pPr algn="ctr"/>
            <a:r>
              <a:rPr lang="en-TW" sz="1200" b="1" i="1" dirty="0">
                <a:solidFill>
                  <a:schemeClr val="bg2"/>
                </a:solidFill>
              </a:rPr>
              <a:t>unit: 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C864273-EC56-0861-BC9B-160E665B03A9}"/>
                  </a:ext>
                </a:extLst>
              </p:cNvPr>
              <p:cNvSpPr txBox="1"/>
              <p:nvPr/>
            </p:nvSpPr>
            <p:spPr>
              <a:xfrm>
                <a:off x="1392632" y="1029053"/>
                <a:ext cx="4235631" cy="243143"/>
              </a:xfrm>
              <a:prstGeom prst="rect">
                <a:avLst/>
              </a:prstGeom>
              <a:noFill/>
            </p:spPr>
            <p:txBody>
              <a:bodyPr wrap="square" lIns="0" tIns="0" rIns="0" bIns="0" rtlCol="0">
                <a:spAutoFit/>
              </a:bodyPr>
              <a:lstStyle/>
              <a:p>
                <a:pPr>
                  <a:spcAft>
                    <a:spcPts val="600"/>
                  </a:spcAft>
                </a:pPr>
                <a14:m>
                  <m:oMath xmlns:m="http://schemas.openxmlformats.org/officeDocument/2006/math">
                    <m:r>
                      <a:rPr lang="en-US" b="0" i="1" smtClean="0">
                        <a:latin typeface="Cambria Math" panose="02040503050406030204" pitchFamily="18" charset="0"/>
                        <a:ea typeface="Cambria Math" panose="02040503050406030204" pitchFamily="18" charset="0"/>
                      </a:rPr>
                      <m:t>𝑠𝑙𝑒𝑤𝑉𝑖𝑜𝑙𝑎𝑡𝑖𝑜𝑛</m:t>
                    </m:r>
                    <m:r>
                      <a:rPr lang="en-US" b="0" i="1" smtClean="0">
                        <a:latin typeface="Cambria Math" panose="02040503050406030204" pitchFamily="18" charset="0"/>
                        <a:ea typeface="Cambria Math" panose="02040503050406030204" pitchFamily="18" charset="0"/>
                      </a:rPr>
                      <m:t>=</m:t>
                    </m:r>
                  </m:oMath>
                </a14:m>
                <a:r>
                  <a:rPr lang="en-US" b="0" i="1" dirty="0">
                    <a:latin typeface="Cambria Math" panose="02040503050406030204" pitchFamily="18" charset="0"/>
                    <a:ea typeface="Cambria Math" panose="02040503050406030204" pitchFamily="18" charset="0"/>
                  </a:rPr>
                  <a:t> </a:t>
                </a:r>
                <a14:m>
                  <m:oMath xmlns:m="http://schemas.openxmlformats.org/officeDocument/2006/math">
                    <m:nary>
                      <m:naryPr>
                        <m:chr m:val="∑"/>
                        <m:subHide m:val="on"/>
                        <m:supHide m:val="on"/>
                        <m:ctrlPr>
                          <a:rPr lang="en-US" i="1" smtClean="0">
                            <a:latin typeface="Cambria Math" panose="02040503050406030204" pitchFamily="18" charset="0"/>
                            <a:ea typeface="Cambria Math" panose="02040503050406030204" pitchFamily="18" charset="0"/>
                          </a:rPr>
                        </m:ctrlPr>
                      </m:naryPr>
                      <m:sub/>
                      <m:sup/>
                      <m:e>
                        <m:r>
                          <a:rPr lang="en-US" b="0" i="1" baseline="-25000" smtClean="0">
                            <a:latin typeface="Cambria Math" panose="02040503050406030204" pitchFamily="18" charset="0"/>
                            <a:ea typeface="Cambria Math" panose="02040503050406030204" pitchFamily="18" charset="0"/>
                          </a:rPr>
                          <m:t>𝑖</m:t>
                        </m:r>
                        <m:r>
                          <a:rPr lang="en-US" b="0" i="1" baseline="-25000" smtClean="0">
                            <a:latin typeface="Cambria Math" panose="02040503050406030204" pitchFamily="18" charset="0"/>
                            <a:ea typeface="Cambria Math" panose="02040503050406030204" pitchFamily="18" charset="0"/>
                          </a:rPr>
                          <m:t> </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𝑠𝑙𝑒𝑤</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𝑝𝑖𝑛</m:t>
                                    </m:r>
                                  </m:e>
                                  <m:sub>
                                    <m:r>
                                      <a:rPr lang="en-US" i="1">
                                        <a:latin typeface="Cambria Math" panose="02040503050406030204" pitchFamily="18" charset="0"/>
                                        <a:ea typeface="Cambria Math" panose="02040503050406030204" pitchFamily="18" charset="0"/>
                                      </a:rPr>
                                      <m:t>𝑖</m:t>
                                    </m:r>
                                  </m:sub>
                                </m:sSub>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𝑙𝑒𝑤</m:t>
                            </m:r>
                            <m:r>
                              <a:rPr lang="en-US" b="0" i="1" smtClean="0">
                                <a:latin typeface="Cambria Math" panose="02040503050406030204" pitchFamily="18" charset="0"/>
                                <a:ea typeface="Cambria Math" panose="02040503050406030204" pitchFamily="18" charset="0"/>
                              </a:rPr>
                              <m:t>𝐿𝑖𝑚𝑖𝑡</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𝑝𝑖𝑛</m:t>
                                    </m:r>
                                  </m:e>
                                  <m:sub>
                                    <m:r>
                                      <a:rPr lang="en-US" i="1">
                                        <a:latin typeface="Cambria Math" panose="02040503050406030204" pitchFamily="18" charset="0"/>
                                        <a:ea typeface="Cambria Math" panose="02040503050406030204" pitchFamily="18" charset="0"/>
                                      </a:rPr>
                                      <m:t>𝑖</m:t>
                                    </m:r>
                                  </m:sub>
                                </m:sSub>
                              </m:e>
                            </m:d>
                          </m:e>
                        </m:d>
                      </m:e>
                    </m:nary>
                  </m:oMath>
                </a14:m>
                <a:endParaRPr lang="en-US" b="0" i="1" dirty="0">
                  <a:latin typeface="Cambria Math" panose="02040503050406030204" pitchFamily="18" charset="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FC864273-EC56-0861-BC9B-160E665B03A9}"/>
                  </a:ext>
                </a:extLst>
              </p:cNvPr>
              <p:cNvSpPr txBox="1">
                <a:spLocks noRot="1" noChangeAspect="1" noMove="1" noResize="1" noEditPoints="1" noAdjustHandles="1" noChangeArrowheads="1" noChangeShapeType="1" noTextEdit="1"/>
              </p:cNvSpPr>
              <p:nvPr/>
            </p:nvSpPr>
            <p:spPr>
              <a:xfrm>
                <a:off x="1392632" y="1029053"/>
                <a:ext cx="4235631" cy="243143"/>
              </a:xfrm>
              <a:prstGeom prst="rect">
                <a:avLst/>
              </a:prstGeom>
              <a:blipFill>
                <a:blip r:embed="rId4"/>
                <a:stretch>
                  <a:fillRect l="-1439" t="-142500" b="-215000"/>
                </a:stretch>
              </a:blipFill>
            </p:spPr>
            <p:txBody>
              <a:bodyPr/>
              <a:lstStyle/>
              <a:p>
                <a:r>
                  <a:rPr lang="en-US">
                    <a:noFill/>
                  </a:rPr>
                  <a:t> </a:t>
                </a:r>
              </a:p>
            </p:txBody>
          </p:sp>
        </mc:Fallback>
      </mc:AlternateContent>
    </p:spTree>
    <p:extLst>
      <p:ext uri="{BB962C8B-B14F-4D97-AF65-F5344CB8AC3E}">
        <p14:creationId xmlns:p14="http://schemas.microsoft.com/office/powerpoint/2010/main" val="2477914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236">
          <a:extLst>
            <a:ext uri="{FF2B5EF4-FFF2-40B4-BE49-F238E27FC236}">
              <a16:creationId xmlns:a16="http://schemas.microsoft.com/office/drawing/2014/main" id="{672491DC-C1F3-FC9C-1E09-F7EE31D3C8CA}"/>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57C36E6C-3763-521B-87F7-E6C27D3FA93C}"/>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Results: Load Capacitance Violation </a:t>
            </a:r>
          </a:p>
        </p:txBody>
      </p:sp>
      <p:pic>
        <p:nvPicPr>
          <p:cNvPr id="6" name="Picture 5">
            <a:extLst>
              <a:ext uri="{FF2B5EF4-FFF2-40B4-BE49-F238E27FC236}">
                <a16:creationId xmlns:a16="http://schemas.microsoft.com/office/drawing/2014/main" id="{6CFECA84-08F3-CB61-5C90-645440F875B4}"/>
              </a:ext>
            </a:extLst>
          </p:cNvPr>
          <p:cNvPicPr>
            <a:picLocks noChangeAspect="1"/>
          </p:cNvPicPr>
          <p:nvPr/>
        </p:nvPicPr>
        <p:blipFill>
          <a:blip r:embed="rId3"/>
          <a:srcRect t="9954"/>
          <a:stretch>
            <a:fillRect/>
          </a:stretch>
        </p:blipFill>
        <p:spPr>
          <a:xfrm>
            <a:off x="1404290" y="1447437"/>
            <a:ext cx="6335419" cy="2839176"/>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F78DAE6-D28F-6BB5-7D7A-1B0C0EA44969}"/>
                  </a:ext>
                </a:extLst>
              </p:cNvPr>
              <p:cNvSpPr txBox="1"/>
              <p:nvPr/>
            </p:nvSpPr>
            <p:spPr>
              <a:xfrm>
                <a:off x="1404290" y="1054965"/>
                <a:ext cx="5030069" cy="243143"/>
              </a:xfrm>
              <a:prstGeom prst="rect">
                <a:avLst/>
              </a:prstGeom>
              <a:noFill/>
            </p:spPr>
            <p:txBody>
              <a:bodyPr wrap="square" lIns="0" tIns="0" rIns="0" bIns="0" rtlCol="0">
                <a:spAutoFit/>
              </a:bodyPr>
              <a:lstStyle/>
              <a:p>
                <a:pPr>
                  <a:spcAft>
                    <a:spcPts val="600"/>
                  </a:spcAft>
                </a:pPr>
                <a14:m>
                  <m:oMath xmlns:m="http://schemas.openxmlformats.org/officeDocument/2006/math">
                    <m:r>
                      <a:rPr lang="en-US" i="1">
                        <a:latin typeface="Cambria Math" panose="02040503050406030204" pitchFamily="18" charset="0"/>
                        <a:ea typeface="Cambria Math" panose="02040503050406030204" pitchFamily="18" charset="0"/>
                      </a:rPr>
                      <m:t>𝑚𝑎𝑥𝐿𝑜𝑎𝑑𝑉𝑖𝑜𝑙𝑎𝑡𝑖𝑜𝑛</m:t>
                    </m:r>
                    <m:r>
                      <a:rPr lang="en-US" i="1">
                        <a:latin typeface="Cambria Math" panose="02040503050406030204" pitchFamily="18" charset="0"/>
                        <a:ea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r>
                          <m:rPr>
                            <m:brk m:alnAt="7"/>
                          </m:rPr>
                          <a:rPr lang="en-US" i="1">
                            <a:latin typeface="Cambria Math" panose="02040503050406030204" pitchFamily="18" charset="0"/>
                            <a:ea typeface="Cambria Math" panose="02040503050406030204" pitchFamily="18" charset="0"/>
                          </a:rPr>
                          <m:t>𝑖</m:t>
                        </m:r>
                      </m:sub>
                      <m:sup/>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𝑙𝑜𝑎𝑑</m:t>
                            </m:r>
                            <m:r>
                              <a:rPr lang="en-US" b="0" i="1" smtClean="0">
                                <a:latin typeface="Cambria Math" panose="02040503050406030204" pitchFamily="18" charset="0"/>
                                <a:ea typeface="Cambria Math" panose="02040503050406030204" pitchFamily="18" charset="0"/>
                              </a:rPr>
                              <m:t>𝐶𝑎𝑝</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𝑝𝑖𝑛</m:t>
                                    </m:r>
                                  </m:e>
                                  <m:sub>
                                    <m:r>
                                      <a:rPr lang="en-US" i="1">
                                        <a:latin typeface="Cambria Math" panose="02040503050406030204" pitchFamily="18" charset="0"/>
                                        <a:ea typeface="Cambria Math" panose="02040503050406030204" pitchFamily="18" charset="0"/>
                                      </a:rPr>
                                      <m:t>𝑖</m:t>
                                    </m:r>
                                  </m:sub>
                                </m:sSub>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m:t>
                            </m:r>
                            <m:r>
                              <a:rPr lang="en-US" i="1">
                                <a:latin typeface="Cambria Math" panose="02040503050406030204" pitchFamily="18" charset="0"/>
                                <a:ea typeface="Cambria Math" panose="02040503050406030204" pitchFamily="18" charset="0"/>
                              </a:rPr>
                              <m:t>𝑜𝑎𝑑</m:t>
                            </m:r>
                            <m:r>
                              <a:rPr lang="en-US" b="0" i="1" smtClean="0">
                                <a:latin typeface="Cambria Math" panose="02040503050406030204" pitchFamily="18" charset="0"/>
                                <a:ea typeface="Cambria Math" panose="02040503050406030204" pitchFamily="18" charset="0"/>
                              </a:rPr>
                              <m:t>𝐶𝑎𝑝𝐿𝑖𝑚𝑖𝑡</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𝑝𝑖𝑛</m:t>
                                    </m:r>
                                  </m:e>
                                  <m:sub>
                                    <m:r>
                                      <a:rPr lang="en-US" i="1">
                                        <a:latin typeface="Cambria Math" panose="02040503050406030204" pitchFamily="18" charset="0"/>
                                        <a:ea typeface="Cambria Math" panose="02040503050406030204" pitchFamily="18" charset="0"/>
                                      </a:rPr>
                                      <m:t>𝑖</m:t>
                                    </m:r>
                                  </m:sub>
                                </m:sSub>
                              </m:e>
                            </m:d>
                          </m:e>
                        </m:d>
                      </m:e>
                    </m:nary>
                  </m:oMath>
                </a14:m>
                <a:r>
                  <a:rPr lang="en-US" i="1" dirty="0"/>
                  <a:t> </a:t>
                </a:r>
                <a:endParaRPr lang="en-US" b="0" i="1" dirty="0">
                  <a:latin typeface="Cambria Math" panose="02040503050406030204" pitchFamily="18" charset="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FF78DAE6-D28F-6BB5-7D7A-1B0C0EA44969}"/>
                  </a:ext>
                </a:extLst>
              </p:cNvPr>
              <p:cNvSpPr txBox="1">
                <a:spLocks noRot="1" noChangeAspect="1" noMove="1" noResize="1" noEditPoints="1" noAdjustHandles="1" noChangeArrowheads="1" noChangeShapeType="1" noTextEdit="1"/>
              </p:cNvSpPr>
              <p:nvPr/>
            </p:nvSpPr>
            <p:spPr>
              <a:xfrm>
                <a:off x="1404290" y="1054965"/>
                <a:ext cx="5030069" cy="243143"/>
              </a:xfrm>
              <a:prstGeom prst="rect">
                <a:avLst/>
              </a:prstGeom>
              <a:blipFill>
                <a:blip r:embed="rId4"/>
                <a:stretch>
                  <a:fillRect l="-1211" t="-140000" b="-21750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C925453-F37D-FA2F-90D2-318669E44089}"/>
              </a:ext>
            </a:extLst>
          </p:cNvPr>
          <p:cNvSpPr txBox="1"/>
          <p:nvPr/>
        </p:nvSpPr>
        <p:spPr>
          <a:xfrm>
            <a:off x="1283217" y="3568394"/>
            <a:ext cx="808074" cy="276999"/>
          </a:xfrm>
          <a:prstGeom prst="rect">
            <a:avLst/>
          </a:prstGeom>
          <a:noFill/>
        </p:spPr>
        <p:txBody>
          <a:bodyPr wrap="square" rtlCol="0">
            <a:spAutoFit/>
          </a:bodyPr>
          <a:lstStyle/>
          <a:p>
            <a:pPr algn="ctr"/>
            <a:r>
              <a:rPr lang="en-TW" sz="1200" b="1" i="1" dirty="0">
                <a:solidFill>
                  <a:schemeClr val="bg2"/>
                </a:solidFill>
              </a:rPr>
              <a:t>unit: </a:t>
            </a:r>
            <a:r>
              <a:rPr lang="en-US" sz="1200" b="1" i="1" dirty="0" err="1">
                <a:solidFill>
                  <a:schemeClr val="bg2"/>
                </a:solidFill>
              </a:rPr>
              <a:t>fF</a:t>
            </a:r>
            <a:endParaRPr lang="en-TW" sz="1200" b="1" i="1" dirty="0">
              <a:solidFill>
                <a:schemeClr val="bg2"/>
              </a:solidFill>
            </a:endParaRPr>
          </a:p>
        </p:txBody>
      </p:sp>
    </p:spTree>
    <p:extLst>
      <p:ext uri="{BB962C8B-B14F-4D97-AF65-F5344CB8AC3E}">
        <p14:creationId xmlns:p14="http://schemas.microsoft.com/office/powerpoint/2010/main" val="3384158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3C5D6C06-5077-0A56-85D0-19D458D054B1}"/>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AE2AD2E0-FD54-ED1E-8A2F-B003F9C6C58D}"/>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Results: Runtimes</a:t>
            </a:r>
          </a:p>
        </p:txBody>
      </p:sp>
      <p:pic>
        <p:nvPicPr>
          <p:cNvPr id="7" name="Picture 6">
            <a:extLst>
              <a:ext uri="{FF2B5EF4-FFF2-40B4-BE49-F238E27FC236}">
                <a16:creationId xmlns:a16="http://schemas.microsoft.com/office/drawing/2014/main" id="{580C83C9-C4D3-95D0-3924-49450E9523F5}"/>
              </a:ext>
            </a:extLst>
          </p:cNvPr>
          <p:cNvPicPr>
            <a:picLocks noChangeAspect="1"/>
          </p:cNvPicPr>
          <p:nvPr/>
        </p:nvPicPr>
        <p:blipFill>
          <a:blip r:embed="rId3"/>
          <a:srcRect l="1140" t="9446"/>
          <a:stretch>
            <a:fillRect/>
          </a:stretch>
        </p:blipFill>
        <p:spPr>
          <a:xfrm>
            <a:off x="1314450" y="1051782"/>
            <a:ext cx="6591115" cy="3039936"/>
          </a:xfrm>
          <a:prstGeom prst="rect">
            <a:avLst/>
          </a:prstGeom>
        </p:spPr>
      </p:pic>
      <p:sp>
        <p:nvSpPr>
          <p:cNvPr id="8" name="TextBox 7">
            <a:extLst>
              <a:ext uri="{FF2B5EF4-FFF2-40B4-BE49-F238E27FC236}">
                <a16:creationId xmlns:a16="http://schemas.microsoft.com/office/drawing/2014/main" id="{66A35C6C-0D57-096F-31B5-60B963720C0B}"/>
              </a:ext>
            </a:extLst>
          </p:cNvPr>
          <p:cNvSpPr txBox="1"/>
          <p:nvPr/>
        </p:nvSpPr>
        <p:spPr>
          <a:xfrm>
            <a:off x="997466" y="3277294"/>
            <a:ext cx="1107559" cy="261610"/>
          </a:xfrm>
          <a:prstGeom prst="rect">
            <a:avLst/>
          </a:prstGeom>
          <a:noFill/>
        </p:spPr>
        <p:txBody>
          <a:bodyPr wrap="square" rtlCol="0">
            <a:spAutoFit/>
          </a:bodyPr>
          <a:lstStyle/>
          <a:p>
            <a:pPr algn="ctr"/>
            <a:r>
              <a:rPr lang="en-TW" sz="1100" b="1" i="1" dirty="0">
                <a:solidFill>
                  <a:schemeClr val="bg2"/>
                </a:solidFill>
              </a:rPr>
              <a:t>unit: s</a:t>
            </a:r>
            <a:r>
              <a:rPr lang="en-US" sz="1100" b="1" i="1" dirty="0">
                <a:solidFill>
                  <a:schemeClr val="bg2"/>
                </a:solidFill>
              </a:rPr>
              <a:t>econds</a:t>
            </a:r>
            <a:endParaRPr lang="en-TW" sz="1100" b="1" i="1" dirty="0">
              <a:solidFill>
                <a:schemeClr val="bg2"/>
              </a:solidFill>
            </a:endParaRPr>
          </a:p>
        </p:txBody>
      </p:sp>
    </p:spTree>
    <p:extLst>
      <p:ext uri="{BB962C8B-B14F-4D97-AF65-F5344CB8AC3E}">
        <p14:creationId xmlns:p14="http://schemas.microsoft.com/office/powerpoint/2010/main" val="554246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080D5022-BB3A-0234-B533-2D1EE01CF062}"/>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225BC14A-B83A-951F-384B-E9D9F09B8831}"/>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Results: Raw Scores</a:t>
            </a:r>
          </a:p>
        </p:txBody>
      </p:sp>
      <p:pic>
        <p:nvPicPr>
          <p:cNvPr id="8" name="Picture 7">
            <a:extLst>
              <a:ext uri="{FF2B5EF4-FFF2-40B4-BE49-F238E27FC236}">
                <a16:creationId xmlns:a16="http://schemas.microsoft.com/office/drawing/2014/main" id="{9E46C0B7-025A-CA70-BEE5-47BC520997F6}"/>
              </a:ext>
            </a:extLst>
          </p:cNvPr>
          <p:cNvPicPr>
            <a:picLocks noChangeAspect="1"/>
          </p:cNvPicPr>
          <p:nvPr/>
        </p:nvPicPr>
        <p:blipFill>
          <a:blip r:embed="rId3"/>
          <a:srcRect l="1248" t="10759"/>
          <a:stretch>
            <a:fillRect/>
          </a:stretch>
        </p:blipFill>
        <p:spPr>
          <a:xfrm>
            <a:off x="1513905" y="1725588"/>
            <a:ext cx="6116189" cy="2779737"/>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F7C7F99-9875-53E9-13B9-3E97EEA438BA}"/>
                  </a:ext>
                </a:extLst>
              </p:cNvPr>
              <p:cNvSpPr txBox="1"/>
              <p:nvPr/>
            </p:nvSpPr>
            <p:spPr>
              <a:xfrm>
                <a:off x="923924" y="806369"/>
                <a:ext cx="7296150" cy="723211"/>
              </a:xfrm>
              <a:prstGeom prst="rect">
                <a:avLst/>
              </a:prstGeom>
              <a:noFill/>
              <a:ln>
                <a:solidFill>
                  <a:schemeClr val="tx1"/>
                </a:solidFill>
              </a:ln>
            </p:spPr>
            <p:txBody>
              <a:bodyPr wrap="square" lIns="0" tIns="0" rIns="0" bIns="0" rtlCol="0">
                <a:spAutoFit/>
              </a:bodyPr>
              <a:lstStyle/>
              <a:p>
                <a:pPr>
                  <a:spcBef>
                    <a:spcPts val="1200"/>
                  </a:spcBef>
                  <a:spcAft>
                    <a:spcPts val="600"/>
                  </a:spcAft>
                </a:pPr>
                <a14:m>
                  <m:oMath xmlns:m="http://schemas.openxmlformats.org/officeDocument/2006/math">
                    <m:r>
                      <m:rPr>
                        <m:sty m:val="p"/>
                      </m:rPr>
                      <a:rPr lang="en-US" sz="1200" smtClean="0">
                        <a:latin typeface="Cambria Math" panose="02040503050406030204" pitchFamily="18" charset="0"/>
                      </a:rPr>
                      <m:t>R</m:t>
                    </m:r>
                    <m:r>
                      <m:rPr>
                        <m:sty m:val="p"/>
                      </m:rPr>
                      <a:rPr lang="en-US" sz="1200" b="0" i="0" smtClean="0">
                        <a:latin typeface="Cambria Math" panose="02040503050406030204" pitchFamily="18" charset="0"/>
                      </a:rPr>
                      <m:t>awScore</m:t>
                    </m:r>
                    <m:r>
                      <a:rPr lang="en-US" sz="1200" b="0" i="1" smtClean="0">
                        <a:latin typeface="Cambria Math" panose="02040503050406030204" pitchFamily="18" charset="0"/>
                      </a:rPr>
                      <m:t>=</m:t>
                    </m:r>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1+</m:t>
                        </m:r>
                        <m:r>
                          <m:rPr>
                            <m:sty m:val="p"/>
                          </m:rPr>
                          <a:rPr lang="en-US" sz="1200" b="0" i="0" smtClean="0">
                            <a:latin typeface="Cambria Math" panose="02040503050406030204" pitchFamily="18" charset="0"/>
                            <a:ea typeface="Cambria Math" panose="02040503050406030204" pitchFamily="18" charset="0"/>
                          </a:rPr>
                          <m:t>RunTimeF</m:t>
                        </m:r>
                      </m:e>
                    </m:d>
                    <m:r>
                      <a:rPr lang="en-US" sz="1200" b="0" i="1" smtClean="0">
                        <a:latin typeface="Cambria Math" panose="02040503050406030204" pitchFamily="18" charset="0"/>
                        <a:ea typeface="Cambria Math" panose="02040503050406030204" pitchFamily="18" charset="0"/>
                      </a:rPr>
                      <m:t> × [</m:t>
                    </m:r>
                    <m:d>
                      <m:dPr>
                        <m:ctrlPr>
                          <a:rPr lang="en-US" sz="1200" b="0" i="1" smtClean="0">
                            <a:latin typeface="Cambria Math" panose="02040503050406030204" pitchFamily="18" charset="0"/>
                            <a:ea typeface="Cambria Math" panose="02040503050406030204" pitchFamily="18" charset="0"/>
                          </a:rPr>
                        </m:ctrlPr>
                      </m:dPr>
                      <m:e>
                        <m:f>
                          <m:fPr>
                            <m:ctrlPr>
                              <a:rPr lang="en-US" sz="1200" b="0" i="1" smtClean="0">
                                <a:latin typeface="Cambria Math" panose="02040503050406030204" pitchFamily="18" charset="0"/>
                                <a:ea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𝑙𝑒𝑎𝑘𝑎𝑔𝑒𝑃𝑜𝑤𝑒𝑟</m:t>
                            </m:r>
                          </m:num>
                          <m:den>
                            <m:r>
                              <a:rPr lang="en-US" sz="1200" i="1">
                                <a:latin typeface="Cambria Math" panose="02040503050406030204" pitchFamily="18" charset="0"/>
                                <a:ea typeface="Cambria Math" panose="02040503050406030204" pitchFamily="18" charset="0"/>
                              </a:rPr>
                              <m:t>𝑏𝑎𝑠𝑒𝑙𝑖𝑛𝑒𝐿𝑒𝑎𝑘𝑎𝑔𝑒𝑃𝑜𝑤𝑒𝑟</m:t>
                            </m:r>
                          </m:den>
                        </m:f>
                      </m:e>
                    </m:d>
                  </m:oMath>
                </a14:m>
                <a:r>
                  <a:rPr lang="en-US" sz="1200" dirty="0"/>
                  <a:t> </a:t>
                </a:r>
                <a14:m>
                  <m:oMath xmlns:m="http://schemas.openxmlformats.org/officeDocument/2006/math">
                    <m:r>
                      <a:rPr lang="en-US" sz="1100" i="1">
                        <a:latin typeface="Cambria Math" panose="02040503050406030204" pitchFamily="18" charset="0"/>
                        <a:ea typeface="Cambria Math" panose="02040503050406030204" pitchFamily="18" charset="0"/>
                      </a:rPr>
                      <m:t>+ </m:t>
                    </m:r>
                    <m:r>
                      <a:rPr lang="en-US" sz="1100" i="1">
                        <a:latin typeface="Cambria Math" panose="02040503050406030204" pitchFamily="18" charset="0"/>
                        <a:ea typeface="Cambria Math" panose="02040503050406030204" pitchFamily="18" charset="0"/>
                      </a:rPr>
                      <m:t>𝑝</m:t>
                    </m:r>
                    <m:r>
                      <a:rPr lang="en-US" sz="1100" i="1">
                        <a:latin typeface="Cambria Math" panose="02040503050406030204" pitchFamily="18" charset="0"/>
                        <a:ea typeface="Cambria Math" panose="02040503050406030204" pitchFamily="18" charset="0"/>
                      </a:rPr>
                      <m:t>1×</m:t>
                    </m:r>
                  </m:oMath>
                </a14:m>
                <a:r>
                  <a:rPr lang="en-US" sz="1100" i="1" dirty="0">
                    <a:latin typeface="Cambria Math" panose="02040503050406030204" pitchFamily="18" charset="0"/>
                    <a:ea typeface="Cambria Math" panose="02040503050406030204" pitchFamily="18" charset="0"/>
                  </a:rPr>
                  <a:t> </a:t>
                </a:r>
                <a14:m>
                  <m:oMath xmlns:m="http://schemas.openxmlformats.org/officeDocument/2006/math">
                    <m:d>
                      <m:dPr>
                        <m:ctrlPr>
                          <a:rPr lang="en-US" sz="1200" i="1" dirty="0">
                            <a:latin typeface="Cambria Math" panose="02040503050406030204" pitchFamily="18" charset="0"/>
                            <a:ea typeface="Cambria Math" panose="02040503050406030204" pitchFamily="18" charset="0"/>
                          </a:rPr>
                        </m:ctrlPr>
                      </m:dPr>
                      <m:e>
                        <m:r>
                          <a:rPr lang="en-US" sz="1200" i="1" dirty="0">
                            <a:latin typeface="Cambria Math" panose="02040503050406030204" pitchFamily="18" charset="0"/>
                            <a:ea typeface="Cambria Math" panose="02040503050406030204" pitchFamily="18" charset="0"/>
                          </a:rPr>
                          <m:t> </m:t>
                        </m:r>
                        <m:f>
                          <m:fPr>
                            <m:ctrlPr>
                              <a:rPr lang="en-US" sz="1200" i="1" dirty="0">
                                <a:latin typeface="Cambria Math" panose="02040503050406030204" pitchFamily="18" charset="0"/>
                                <a:ea typeface="Cambria Math" panose="02040503050406030204" pitchFamily="18" charset="0"/>
                              </a:rPr>
                            </m:ctrlPr>
                          </m:fPr>
                          <m:num>
                            <m:r>
                              <a:rPr lang="en-US" sz="1200" i="1" dirty="0">
                                <a:latin typeface="Cambria Math" panose="02040503050406030204" pitchFamily="18" charset="0"/>
                                <a:ea typeface="Cambria Math" panose="02040503050406030204" pitchFamily="18" charset="0"/>
                              </a:rPr>
                              <m:t>𝑇𝑁𝑆</m:t>
                            </m:r>
                          </m:num>
                          <m:den>
                            <m:r>
                              <a:rPr lang="en-US" sz="1200" i="1" dirty="0">
                                <a:latin typeface="Cambria Math" panose="02040503050406030204" pitchFamily="18" charset="0"/>
                                <a:ea typeface="Cambria Math" panose="02040503050406030204" pitchFamily="18" charset="0"/>
                              </a:rPr>
                              <m:t>𝑏𝑎𝑠𝑒𝑙𝑖𝑛𝑒𝑇𝑁𝑆</m:t>
                            </m:r>
                          </m:den>
                        </m:f>
                        <m:r>
                          <a:rPr lang="en-US" sz="1200" i="1" dirty="0">
                            <a:latin typeface="Cambria Math" panose="02040503050406030204" pitchFamily="18" charset="0"/>
                            <a:ea typeface="Cambria Math" panose="02040503050406030204" pitchFamily="18" charset="0"/>
                          </a:rPr>
                          <m:t> </m:t>
                        </m:r>
                      </m:e>
                    </m:d>
                    <m:r>
                      <a:rPr lang="en-US" sz="1100" i="1">
                        <a:latin typeface="Cambria Math" panose="02040503050406030204" pitchFamily="18" charset="0"/>
                        <a:ea typeface="Cambria Math" panose="02040503050406030204" pitchFamily="18" charset="0"/>
                      </a:rPr>
                      <m:t>+ </m:t>
                    </m:r>
                    <m:r>
                      <a:rPr lang="en-US" sz="1100" i="1">
                        <a:latin typeface="Cambria Math" panose="02040503050406030204" pitchFamily="18" charset="0"/>
                        <a:ea typeface="Cambria Math" panose="02040503050406030204" pitchFamily="18" charset="0"/>
                      </a:rPr>
                      <m:t>𝑝</m:t>
                    </m:r>
                    <m:r>
                      <a:rPr lang="en-US" sz="1100" i="1">
                        <a:latin typeface="Cambria Math" panose="02040503050406030204" pitchFamily="18" charset="0"/>
                        <a:ea typeface="Cambria Math" panose="02040503050406030204" pitchFamily="18" charset="0"/>
                      </a:rPr>
                      <m:t>2×</m:t>
                    </m:r>
                    <m:r>
                      <m:rPr>
                        <m:nor/>
                      </m:rPr>
                      <a:rPr lang="en-US" sz="1100" dirty="0">
                        <a:ea typeface="Cambria Math" panose="02040503050406030204" pitchFamily="18" charset="0"/>
                      </a:rPr>
                      <m:t> </m:t>
                    </m:r>
                    <m:d>
                      <m:dPr>
                        <m:ctrlPr>
                          <a:rPr lang="en-US" sz="1200" i="1" dirty="0">
                            <a:latin typeface="Cambria Math" panose="02040503050406030204" pitchFamily="18" charset="0"/>
                            <a:ea typeface="Cambria Math" panose="02040503050406030204" pitchFamily="18" charset="0"/>
                          </a:rPr>
                        </m:ctrlPr>
                      </m:dPr>
                      <m:e>
                        <m:r>
                          <a:rPr lang="en-US" sz="1200" i="1" dirty="0">
                            <a:latin typeface="Cambria Math" panose="02040503050406030204" pitchFamily="18" charset="0"/>
                            <a:ea typeface="Cambria Math" panose="02040503050406030204" pitchFamily="18" charset="0"/>
                          </a:rPr>
                          <m:t> </m:t>
                        </m:r>
                        <m:f>
                          <m:fPr>
                            <m:ctrlPr>
                              <a:rPr lang="en-US" sz="1200" i="1" dirty="0">
                                <a:latin typeface="Cambria Math" panose="02040503050406030204" pitchFamily="18" charset="0"/>
                                <a:ea typeface="Cambria Math" panose="02040503050406030204" pitchFamily="18" charset="0"/>
                              </a:rPr>
                            </m:ctrlPr>
                          </m:fPr>
                          <m:num>
                            <m:r>
                              <a:rPr lang="en-US" sz="1200" i="1" dirty="0">
                                <a:latin typeface="Cambria Math" panose="02040503050406030204" pitchFamily="18" charset="0"/>
                                <a:ea typeface="Cambria Math" panose="02040503050406030204" pitchFamily="18" charset="0"/>
                              </a:rPr>
                              <m:t>𝑠𝑙𝑒𝑤𝑉𝑖𝑜𝑙𝑎𝑡𝑖𝑜𝑛</m:t>
                            </m:r>
                          </m:num>
                          <m:den>
                            <m:r>
                              <a:rPr lang="en-US" sz="1200" i="1" dirty="0">
                                <a:latin typeface="Cambria Math" panose="02040503050406030204" pitchFamily="18" charset="0"/>
                                <a:ea typeface="Cambria Math" panose="02040503050406030204" pitchFamily="18" charset="0"/>
                              </a:rPr>
                              <m:t>𝑏𝑎𝑠𝑒𝑙𝑖𝑛𝑒𝑆𝑙𝑒𝑤𝑉𝑖𝑜𝑙𝑎𝑡𝑖𝑜𝑛</m:t>
                            </m:r>
                          </m:den>
                        </m:f>
                        <m:r>
                          <a:rPr lang="en-US" sz="1200" i="1" dirty="0">
                            <a:latin typeface="Cambria Math" panose="02040503050406030204" pitchFamily="18" charset="0"/>
                            <a:ea typeface="Cambria Math" panose="02040503050406030204" pitchFamily="18" charset="0"/>
                          </a:rPr>
                          <m:t> </m:t>
                        </m:r>
                      </m:e>
                    </m:d>
                    <m:r>
                      <a:rPr lang="en-US" sz="1200" b="0" i="1" dirty="0" smtClean="0">
                        <a:latin typeface="Cambria Math" panose="02040503050406030204" pitchFamily="18" charset="0"/>
                        <a:ea typeface="Cambria Math" panose="02040503050406030204" pitchFamily="18" charset="0"/>
                      </a:rPr>
                      <m:t> </m:t>
                    </m:r>
                  </m:oMath>
                </a14:m>
                <a:endParaRPr lang="en-US" sz="1200" b="0" i="1" dirty="0">
                  <a:latin typeface="Cambria Math" panose="02040503050406030204" pitchFamily="18" charset="0"/>
                  <a:ea typeface="Cambria Math" panose="02040503050406030204" pitchFamily="18" charset="0"/>
                </a:endParaRPr>
              </a:p>
              <a:p>
                <a:pPr marL="914400">
                  <a:spcBef>
                    <a:spcPts val="600"/>
                  </a:spcBef>
                  <a:spcAft>
                    <a:spcPts val="600"/>
                  </a:spcAft>
                </a:pPr>
                <a14:m>
                  <m:oMath xmlns:m="http://schemas.openxmlformats.org/officeDocument/2006/math">
                    <m:r>
                      <a:rPr lang="en-US" sz="1100" i="1">
                        <a:latin typeface="Cambria Math" panose="02040503050406030204" pitchFamily="18" charset="0"/>
                        <a:ea typeface="Cambria Math" panose="02040503050406030204" pitchFamily="18" charset="0"/>
                      </a:rPr>
                      <m:t>+ </m:t>
                    </m:r>
                    <m:r>
                      <a:rPr lang="en-US" sz="1100" i="1">
                        <a:latin typeface="Cambria Math" panose="02040503050406030204" pitchFamily="18" charset="0"/>
                        <a:ea typeface="Cambria Math" panose="02040503050406030204" pitchFamily="18" charset="0"/>
                      </a:rPr>
                      <m:t>𝑝</m:t>
                    </m:r>
                    <m:r>
                      <a:rPr lang="en-US" sz="1100" i="1">
                        <a:latin typeface="Cambria Math" panose="02040503050406030204" pitchFamily="18" charset="0"/>
                        <a:ea typeface="Cambria Math" panose="02040503050406030204" pitchFamily="18" charset="0"/>
                      </a:rPr>
                      <m:t>3×</m:t>
                    </m:r>
                  </m:oMath>
                </a14:m>
                <a:r>
                  <a:rPr lang="en-US" sz="1100" dirty="0">
                    <a:ea typeface="Cambria Math" panose="02040503050406030204" pitchFamily="18" charset="0"/>
                  </a:rPr>
                  <a:t> </a:t>
                </a:r>
                <a14:m>
                  <m:oMath xmlns:m="http://schemas.openxmlformats.org/officeDocument/2006/math">
                    <m:d>
                      <m:dPr>
                        <m:ctrlPr>
                          <a:rPr lang="en-US" sz="1200" i="1" dirty="0">
                            <a:latin typeface="Cambria Math" panose="02040503050406030204" pitchFamily="18" charset="0"/>
                            <a:ea typeface="Cambria Math" panose="02040503050406030204" pitchFamily="18" charset="0"/>
                          </a:rPr>
                        </m:ctrlPr>
                      </m:dPr>
                      <m:e>
                        <m:r>
                          <a:rPr lang="en-US" sz="1200" i="1" dirty="0">
                            <a:latin typeface="Cambria Math" panose="02040503050406030204" pitchFamily="18" charset="0"/>
                            <a:ea typeface="Cambria Math" panose="02040503050406030204" pitchFamily="18" charset="0"/>
                          </a:rPr>
                          <m:t> </m:t>
                        </m:r>
                        <m:f>
                          <m:fPr>
                            <m:ctrlPr>
                              <a:rPr lang="en-US" sz="1200" i="1" dirty="0">
                                <a:latin typeface="Cambria Math" panose="02040503050406030204" pitchFamily="18" charset="0"/>
                                <a:ea typeface="Cambria Math" panose="02040503050406030204" pitchFamily="18" charset="0"/>
                              </a:rPr>
                            </m:ctrlPr>
                          </m:fPr>
                          <m:num>
                            <m:r>
                              <a:rPr lang="en-US" sz="1200" i="1" dirty="0">
                                <a:latin typeface="Cambria Math" panose="02040503050406030204" pitchFamily="18" charset="0"/>
                                <a:ea typeface="Cambria Math" panose="02040503050406030204" pitchFamily="18" charset="0"/>
                              </a:rPr>
                              <m:t>𝑚𝑎𝑥𝐿𝑜𝑎𝑑𝑉𝑖𝑜𝑙𝑎𝑡𝑖𝑜𝑛</m:t>
                            </m:r>
                          </m:num>
                          <m:den>
                            <m:r>
                              <a:rPr lang="en-US" sz="1200" i="1" dirty="0">
                                <a:latin typeface="Cambria Math" panose="02040503050406030204" pitchFamily="18" charset="0"/>
                                <a:ea typeface="Cambria Math" panose="02040503050406030204" pitchFamily="18" charset="0"/>
                              </a:rPr>
                              <m:t>𝑏𝑎𝑠𝑒𝑙𝑖𝑛𝑒𝑀𝑎𝑥𝐿𝑜𝑎𝑑𝑉𝑖𝑜𝑙𝑎𝑡𝑖𝑜𝑛</m:t>
                            </m:r>
                          </m:den>
                        </m:f>
                        <m:r>
                          <a:rPr lang="en-US" sz="1200" i="1" dirty="0">
                            <a:latin typeface="Cambria Math" panose="02040503050406030204" pitchFamily="18" charset="0"/>
                            <a:ea typeface="Cambria Math" panose="02040503050406030204" pitchFamily="18" charset="0"/>
                          </a:rPr>
                          <m:t> </m:t>
                        </m:r>
                      </m:e>
                    </m:d>
                    <m:r>
                      <a:rPr lang="en-US" sz="1200" b="0" i="1" dirty="0" smtClean="0">
                        <a:latin typeface="Cambria Math" panose="02040503050406030204" pitchFamily="18" charset="0"/>
                        <a:ea typeface="Cambria Math" panose="02040503050406030204" pitchFamily="18" charset="0"/>
                      </a:rPr>
                      <m:t> </m:t>
                    </m:r>
                    <m:r>
                      <a:rPr lang="en-US" sz="1100" i="1">
                        <a:latin typeface="Cambria Math" panose="02040503050406030204" pitchFamily="18" charset="0"/>
                        <a:ea typeface="Cambria Math" panose="02040503050406030204" pitchFamily="18" charset="0"/>
                      </a:rPr>
                      <m:t>+ </m:t>
                    </m:r>
                    <m:r>
                      <a:rPr lang="en-US" sz="1100" i="1">
                        <a:latin typeface="Cambria Math" panose="02040503050406030204" pitchFamily="18" charset="0"/>
                        <a:ea typeface="Cambria Math" panose="02040503050406030204" pitchFamily="18" charset="0"/>
                      </a:rPr>
                      <m:t>𝑝</m:t>
                    </m:r>
                    <m:r>
                      <a:rPr lang="en-US" sz="1100" i="1" dirty="0">
                        <a:latin typeface="Cambria Math" panose="02040503050406030204" pitchFamily="18" charset="0"/>
                        <a:ea typeface="Cambria Math" panose="02040503050406030204" pitchFamily="18" charset="0"/>
                      </a:rPr>
                      <m:t>4</m:t>
                    </m:r>
                    <m:r>
                      <a:rPr lang="en-US" sz="1100" i="1">
                        <a:latin typeface="Cambria Math" panose="02040503050406030204" pitchFamily="18" charset="0"/>
                        <a:ea typeface="Cambria Math" panose="02040503050406030204" pitchFamily="18" charset="0"/>
                      </a:rPr>
                      <m:t>× </m:t>
                    </m:r>
                    <m:r>
                      <a:rPr lang="en-US" sz="1100" i="1">
                        <a:latin typeface="Cambria Math" panose="02040503050406030204" pitchFamily="18" charset="0"/>
                        <a:ea typeface="Cambria Math" panose="02040503050406030204" pitchFamily="18" charset="0"/>
                      </a:rPr>
                      <m:t>𝛿</m:t>
                    </m:r>
                    <m:r>
                      <a:rPr lang="en-US" sz="1100" i="1">
                        <a:latin typeface="Cambria Math" panose="02040503050406030204" pitchFamily="18" charset="0"/>
                        <a:ea typeface="Cambria Math" panose="02040503050406030204" pitchFamily="18" charset="0"/>
                      </a:rPr>
                      <m:t>×</m:t>
                    </m:r>
                    <m:d>
                      <m:dPr>
                        <m:ctrlPr>
                          <a:rPr lang="en-US" sz="1050" i="1" dirty="0">
                            <a:latin typeface="Cambria Math" panose="02040503050406030204" pitchFamily="18" charset="0"/>
                            <a:ea typeface="Cambria Math" panose="02040503050406030204" pitchFamily="18" charset="0"/>
                          </a:rPr>
                        </m:ctrlPr>
                      </m:dPr>
                      <m:e>
                        <m:r>
                          <a:rPr lang="en-US" sz="1050" i="1" dirty="0">
                            <a:latin typeface="Cambria Math" panose="02040503050406030204" pitchFamily="18" charset="0"/>
                            <a:ea typeface="Cambria Math" panose="02040503050406030204" pitchFamily="18" charset="0"/>
                          </a:rPr>
                          <m:t> </m:t>
                        </m:r>
                        <m:r>
                          <a:rPr lang="en-US" sz="1050" i="1" dirty="0">
                            <a:latin typeface="Cambria Math" panose="02040503050406030204" pitchFamily="18" charset="0"/>
                            <a:ea typeface="Cambria Math" panose="02040503050406030204" pitchFamily="18" charset="0"/>
                          </a:rPr>
                          <m:t>𝑡𝑜𝑡𝑎𝑙𝑂𝑣𝑒𝑟𝑓𝑙𝑜𝑤</m:t>
                        </m:r>
                        <m:r>
                          <a:rPr lang="en-US" sz="1050" i="1" dirty="0">
                            <a:latin typeface="Cambria Math" panose="02040503050406030204" pitchFamily="18" charset="0"/>
                            <a:ea typeface="Cambria Math" panose="02040503050406030204" pitchFamily="18" charset="0"/>
                          </a:rPr>
                          <m:t> −</m:t>
                        </m:r>
                        <m:r>
                          <a:rPr lang="en-US" sz="1050" i="1" dirty="0">
                            <a:latin typeface="Cambria Math" panose="02040503050406030204" pitchFamily="18" charset="0"/>
                            <a:ea typeface="Cambria Math" panose="02040503050406030204" pitchFamily="18" charset="0"/>
                          </a:rPr>
                          <m:t>𝑏𝑎𝑠𝑒𝑙𝑖𝑛𝑒𝑇𝑜𝑡𝑎𝑙𝑂𝑣𝑒𝑟𝑓𝑙𝑜𝑤</m:t>
                        </m:r>
                      </m:e>
                    </m:d>
                  </m:oMath>
                </a14:m>
                <a:r>
                  <a:rPr lang="en-US" sz="1100" dirty="0">
                    <a:ea typeface="Cambria Math" panose="02040503050406030204" pitchFamily="18" charset="0"/>
                  </a:rPr>
                  <a:t>]</a:t>
                </a:r>
              </a:p>
            </p:txBody>
          </p:sp>
        </mc:Choice>
        <mc:Fallback xmlns="">
          <p:sp>
            <p:nvSpPr>
              <p:cNvPr id="12" name="TextBox 11">
                <a:extLst>
                  <a:ext uri="{FF2B5EF4-FFF2-40B4-BE49-F238E27FC236}">
                    <a16:creationId xmlns:a16="http://schemas.microsoft.com/office/drawing/2014/main" id="{AF7C7F99-9875-53E9-13B9-3E97EEA438BA}"/>
                  </a:ext>
                </a:extLst>
              </p:cNvPr>
              <p:cNvSpPr txBox="1">
                <a:spLocks noRot="1" noChangeAspect="1" noMove="1" noResize="1" noEditPoints="1" noAdjustHandles="1" noChangeArrowheads="1" noChangeShapeType="1" noTextEdit="1"/>
              </p:cNvSpPr>
              <p:nvPr/>
            </p:nvSpPr>
            <p:spPr>
              <a:xfrm>
                <a:off x="923924" y="806369"/>
                <a:ext cx="7296150" cy="723211"/>
              </a:xfrm>
              <a:prstGeom prst="rect">
                <a:avLst/>
              </a:prstGeom>
              <a:blipFill>
                <a:blip r:embed="rId4"/>
                <a:stretch>
                  <a:fillRect l="-668" b="-3306"/>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753815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E474F2CA-9B66-2708-A1CC-187C68BA1F3C}"/>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7652348B-DBDB-47BD-0CF4-A46ECF889340}"/>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Results: Final Scores</a:t>
            </a:r>
          </a:p>
        </p:txBody>
      </p:sp>
      <p:pic>
        <p:nvPicPr>
          <p:cNvPr id="3" name="Picture 2">
            <a:extLst>
              <a:ext uri="{FF2B5EF4-FFF2-40B4-BE49-F238E27FC236}">
                <a16:creationId xmlns:a16="http://schemas.microsoft.com/office/drawing/2014/main" id="{79A13F1D-2883-D083-CA09-D5E934D9B4C4}"/>
              </a:ext>
            </a:extLst>
          </p:cNvPr>
          <p:cNvPicPr>
            <a:picLocks noChangeAspect="1"/>
          </p:cNvPicPr>
          <p:nvPr/>
        </p:nvPicPr>
        <p:blipFill>
          <a:blip r:embed="rId3"/>
          <a:srcRect b="11978"/>
          <a:stretch>
            <a:fillRect/>
          </a:stretch>
        </p:blipFill>
        <p:spPr>
          <a:xfrm>
            <a:off x="1294313" y="1489210"/>
            <a:ext cx="6555374" cy="298754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62B7EF7-A0C2-ACB9-470A-8131ACCF0F09}"/>
                  </a:ext>
                </a:extLst>
              </p:cNvPr>
              <p:cNvSpPr txBox="1"/>
              <p:nvPr/>
            </p:nvSpPr>
            <p:spPr>
              <a:xfrm>
                <a:off x="1294313" y="876341"/>
                <a:ext cx="3578479"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1" i="0" smtClean="0">
                          <a:solidFill>
                            <a:schemeClr val="accent2"/>
                          </a:solidFill>
                          <a:latin typeface="Cambria Math" panose="02040503050406030204" pitchFamily="18" charset="0"/>
                        </a:rPr>
                        <m:t>𝐟𝐢𝐧𝐚𝐥𝐒𝐜𝐨𝐫𝐞</m:t>
                      </m:r>
                      <m:r>
                        <a:rPr lang="en-US" sz="1200" b="1" i="1" smtClean="0">
                          <a:solidFill>
                            <a:schemeClr val="accent2"/>
                          </a:solidFill>
                          <a:latin typeface="Cambria Math" panose="02040503050406030204" pitchFamily="18" charset="0"/>
                        </a:rPr>
                        <m:t>=</m:t>
                      </m:r>
                      <m:r>
                        <a:rPr lang="en-US" sz="1200" b="1" i="1" smtClean="0">
                          <a:solidFill>
                            <a:schemeClr val="accent2"/>
                          </a:solidFill>
                          <a:latin typeface="Cambria Math" panose="02040503050406030204" pitchFamily="18" charset="0"/>
                          <a:ea typeface="Cambria Math" panose="02040503050406030204" pitchFamily="18" charset="0"/>
                        </a:rPr>
                        <m:t>𝟏𝟎𝟎</m:t>
                      </m:r>
                      <m:r>
                        <a:rPr lang="en-US" sz="1200" b="1" i="1" smtClean="0">
                          <a:solidFill>
                            <a:schemeClr val="accent2"/>
                          </a:solidFill>
                          <a:latin typeface="Cambria Math" panose="02040503050406030204" pitchFamily="18" charset="0"/>
                          <a:ea typeface="Cambria Math" panose="02040503050406030204" pitchFamily="18" charset="0"/>
                        </a:rPr>
                        <m:t>×</m:t>
                      </m:r>
                      <m:f>
                        <m:fPr>
                          <m:ctrlPr>
                            <a:rPr lang="en-US" sz="1200" b="1" i="1" smtClean="0">
                              <a:solidFill>
                                <a:schemeClr val="accent2"/>
                              </a:solidFill>
                              <a:latin typeface="Cambria Math" panose="02040503050406030204" pitchFamily="18" charset="0"/>
                              <a:ea typeface="Cambria Math" panose="02040503050406030204" pitchFamily="18" charset="0"/>
                            </a:rPr>
                          </m:ctrlPr>
                        </m:fPr>
                        <m:num>
                          <m:r>
                            <a:rPr lang="en-US" sz="1200" b="1" i="0" smtClean="0">
                              <a:solidFill>
                                <a:schemeClr val="accent2"/>
                              </a:solidFill>
                              <a:latin typeface="Cambria Math" panose="02040503050406030204" pitchFamily="18" charset="0"/>
                              <a:ea typeface="Cambria Math" panose="02040503050406030204" pitchFamily="18" charset="0"/>
                            </a:rPr>
                            <m:t>𝐋𝐞𝐚𝐬𝐭</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𝐑𝐚𝐰𝐒𝐜𝐨𝐫𝐞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𝐚𝐜𝐫𝐨𝐬𝐬</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𝐭𝐞𝐚𝐦𝐬</m:t>
                          </m:r>
                        </m:num>
                        <m:den>
                          <m:r>
                            <a:rPr lang="en-US" sz="1200" b="1" i="0" smtClean="0">
                              <a:solidFill>
                                <a:schemeClr val="accent2"/>
                              </a:solidFill>
                              <a:latin typeface="Cambria Math" panose="02040503050406030204" pitchFamily="18" charset="0"/>
                              <a:ea typeface="Cambria Math" panose="02040503050406030204" pitchFamily="18" charset="0"/>
                            </a:rPr>
                            <m:t>𝐑𝐚𝐰𝐒𝐜𝐨𝐫𝐞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𝐨𝐟</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𝐭𝐡𝐞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𝐭𝐞𝐚𝐦</m:t>
                          </m:r>
                        </m:den>
                      </m:f>
                    </m:oMath>
                  </m:oMathPara>
                </a14:m>
                <a:endParaRPr lang="en-TW" sz="1200" b="1" dirty="0">
                  <a:solidFill>
                    <a:schemeClr val="accent2"/>
                  </a:solidFill>
                </a:endParaRPr>
              </a:p>
            </p:txBody>
          </p:sp>
        </mc:Choice>
        <mc:Fallback xmlns="">
          <p:sp>
            <p:nvSpPr>
              <p:cNvPr id="5" name="TextBox 4">
                <a:extLst>
                  <a:ext uri="{FF2B5EF4-FFF2-40B4-BE49-F238E27FC236}">
                    <a16:creationId xmlns:a16="http://schemas.microsoft.com/office/drawing/2014/main" id="{062B7EF7-A0C2-ACB9-470A-8131ACCF0F09}"/>
                  </a:ext>
                </a:extLst>
              </p:cNvPr>
              <p:cNvSpPr txBox="1">
                <a:spLocks noRot="1" noChangeAspect="1" noMove="1" noResize="1" noEditPoints="1" noAdjustHandles="1" noChangeArrowheads="1" noChangeShapeType="1" noTextEdit="1"/>
              </p:cNvSpPr>
              <p:nvPr/>
            </p:nvSpPr>
            <p:spPr>
              <a:xfrm>
                <a:off x="1294313" y="876341"/>
                <a:ext cx="3578479" cy="346890"/>
              </a:xfrm>
              <a:prstGeom prst="rect">
                <a:avLst/>
              </a:prstGeom>
              <a:blipFill>
                <a:blip r:embed="rId4"/>
                <a:stretch>
                  <a:fillRect l="-170" t="-3509" b="-15789"/>
                </a:stretch>
              </a:blipFill>
            </p:spPr>
            <p:txBody>
              <a:bodyPr/>
              <a:lstStyle/>
              <a:p>
                <a:r>
                  <a:rPr lang="en-US">
                    <a:noFill/>
                  </a:rPr>
                  <a:t> </a:t>
                </a:r>
              </a:p>
            </p:txBody>
          </p:sp>
        </mc:Fallback>
      </mc:AlternateContent>
    </p:spTree>
    <p:extLst>
      <p:ext uri="{BB962C8B-B14F-4D97-AF65-F5344CB8AC3E}">
        <p14:creationId xmlns:p14="http://schemas.microsoft.com/office/powerpoint/2010/main" val="1354939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0882E876-825B-D151-EA71-419249902745}"/>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21734DD5-D564-B7A0-EE97-C6E5CDC03FCB}"/>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6350" indent="0">
              <a:lnSpc>
                <a:spcPct val="100000"/>
              </a:lnSpc>
              <a:spcBef>
                <a:spcPts val="0"/>
              </a:spcBef>
              <a:buNone/>
            </a:pPr>
            <a:r>
              <a:rPr lang="en-US" sz="1800" b="0" dirty="0"/>
              <a:t>Creating benchmarks as to sufficiently challenge either commercial EDA tools and ML optimizers is not easy.</a:t>
            </a:r>
          </a:p>
          <a:p>
            <a:pPr marL="177800" indent="-171450">
              <a:lnSpc>
                <a:spcPct val="100000"/>
              </a:lnSpc>
              <a:spcBef>
                <a:spcPts val="0"/>
              </a:spcBef>
            </a:pPr>
            <a:endParaRPr lang="en-US" sz="1800" b="0" dirty="0"/>
          </a:p>
        </p:txBody>
      </p:sp>
      <p:sp>
        <p:nvSpPr>
          <p:cNvPr id="237" name="Google Shape;237;p58">
            <a:extLst>
              <a:ext uri="{FF2B5EF4-FFF2-40B4-BE49-F238E27FC236}">
                <a16:creationId xmlns:a16="http://schemas.microsoft.com/office/drawing/2014/main" id="{BBF0D385-5F97-2BF0-D40E-2BA382DDB6C8}"/>
              </a:ext>
            </a:extLst>
          </p:cNvPr>
          <p:cNvSpPr txBox="1">
            <a:spLocks noGrp="1"/>
          </p:cNvSpPr>
          <p:nvPr>
            <p:ph type="title"/>
          </p:nvPr>
        </p:nvSpPr>
        <p:spPr>
          <a:xfrm>
            <a:off x="314325"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Key Takeaways as Organizers</a:t>
            </a:r>
          </a:p>
        </p:txBody>
      </p:sp>
      <p:graphicFrame>
        <p:nvGraphicFramePr>
          <p:cNvPr id="3" name="Table 2">
            <a:extLst>
              <a:ext uri="{FF2B5EF4-FFF2-40B4-BE49-F238E27FC236}">
                <a16:creationId xmlns:a16="http://schemas.microsoft.com/office/drawing/2014/main" id="{2DFE9898-52FD-0546-98AD-E90391507C52}"/>
              </a:ext>
            </a:extLst>
          </p:cNvPr>
          <p:cNvGraphicFramePr>
            <a:graphicFrameLocks noGrp="1"/>
          </p:cNvGraphicFramePr>
          <p:nvPr>
            <p:extLst>
              <p:ext uri="{D42A27DB-BD31-4B8C-83A1-F6EECF244321}">
                <p14:modId xmlns:p14="http://schemas.microsoft.com/office/powerpoint/2010/main" val="406154214"/>
              </p:ext>
            </p:extLst>
          </p:nvPr>
        </p:nvGraphicFramePr>
        <p:xfrm>
          <a:off x="1609725" y="1835150"/>
          <a:ext cx="6096000" cy="1925320"/>
        </p:xfrm>
        <a:graphic>
          <a:graphicData uri="http://schemas.openxmlformats.org/drawingml/2006/table">
            <a:tbl>
              <a:tblPr firstRow="1" bandRow="1">
                <a:tableStyleId>{72833802-FEF1-4C79-8D5D-14CF1EAF98D9}</a:tableStyleId>
              </a:tblPr>
              <a:tblGrid>
                <a:gridCol w="3048000">
                  <a:extLst>
                    <a:ext uri="{9D8B030D-6E8A-4147-A177-3AD203B41FA5}">
                      <a16:colId xmlns:a16="http://schemas.microsoft.com/office/drawing/2014/main" val="2828810089"/>
                    </a:ext>
                  </a:extLst>
                </a:gridCol>
                <a:gridCol w="3048000">
                  <a:extLst>
                    <a:ext uri="{9D8B030D-6E8A-4147-A177-3AD203B41FA5}">
                      <a16:colId xmlns:a16="http://schemas.microsoft.com/office/drawing/2014/main" val="3575890596"/>
                    </a:ext>
                  </a:extLst>
                </a:gridCol>
              </a:tblGrid>
              <a:tr h="370840">
                <a:tc>
                  <a:txBody>
                    <a:bodyPr/>
                    <a:lstStyle/>
                    <a:p>
                      <a:pPr algn="ctr"/>
                      <a:r>
                        <a:rPr lang="en-US" dirty="0"/>
                        <a:t>Non-AI based solution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AI based solution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7102924"/>
                  </a:ext>
                </a:extLst>
              </a:tr>
              <a:tr h="370840">
                <a:tc>
                  <a:txBody>
                    <a:bodyPr/>
                    <a:lstStyle/>
                    <a:p>
                      <a:pPr>
                        <a:buNone/>
                      </a:pPr>
                      <a:r>
                        <a:rPr lang="en-US"/>
                        <a:t>Struggled to fix slacks on larger designs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Delivered better timing closure on larger designs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2714050"/>
                  </a:ext>
                </a:extLst>
              </a:tr>
              <a:tr h="370840">
                <a:tc>
                  <a:txBody>
                    <a:bodyPr/>
                    <a:lstStyle/>
                    <a:p>
                      <a:pPr>
                        <a:buNone/>
                      </a:pPr>
                      <a:r>
                        <a:rPr lang="en-US"/>
                        <a:t>Unable to consistently fix slew and load violations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Handled slew and load violations more effectively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8712314"/>
                  </a:ext>
                </a:extLst>
              </a:tr>
              <a:tr h="370840">
                <a:tc>
                  <a:txBody>
                    <a:bodyPr/>
                    <a:lstStyle/>
                    <a:p>
                      <a:pPr>
                        <a:buNone/>
                      </a:pPr>
                      <a:r>
                        <a:rPr lang="en-US"/>
                        <a:t>Runtime scaled poorly with design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Runtime scaled more gracefully with design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7708458"/>
                  </a:ext>
                </a:extLst>
              </a:tr>
            </a:tbl>
          </a:graphicData>
        </a:graphic>
      </p:graphicFrame>
    </p:spTree>
    <p:extLst>
      <p:ext uri="{BB962C8B-B14F-4D97-AF65-F5344CB8AC3E}">
        <p14:creationId xmlns:p14="http://schemas.microsoft.com/office/powerpoint/2010/main" val="3103826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560DCDF6-09A0-C5F8-FCD1-54E5019EA55C}"/>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AE303211-1E7E-E5A0-42DA-DEB701F2440F}"/>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indent="-171450">
              <a:lnSpc>
                <a:spcPct val="150000"/>
              </a:lnSpc>
              <a:spcBef>
                <a:spcPts val="0"/>
              </a:spcBef>
            </a:pPr>
            <a:r>
              <a:rPr lang="en-US" sz="1800" b="0" dirty="0"/>
              <a:t>The contest had 7 final submissions.</a:t>
            </a:r>
          </a:p>
          <a:p>
            <a:pPr marL="177800" indent="-171450">
              <a:lnSpc>
                <a:spcPct val="150000"/>
              </a:lnSpc>
              <a:spcBef>
                <a:spcPts val="0"/>
              </a:spcBef>
            </a:pPr>
            <a:r>
              <a:rPr lang="en-US" sz="1800" b="0" dirty="0"/>
              <a:t>Innovative solutions with novel ML techniques resulting in highly optimized netlists were seen from the submissions.</a:t>
            </a:r>
          </a:p>
          <a:p>
            <a:pPr marL="177800" indent="-171450">
              <a:lnSpc>
                <a:spcPct val="150000"/>
              </a:lnSpc>
              <a:spcBef>
                <a:spcPts val="0"/>
              </a:spcBef>
            </a:pPr>
            <a:r>
              <a:rPr lang="en-US" sz="1800" b="0" dirty="0"/>
              <a:t>Release of visible and hidden benchmarks: </a:t>
            </a:r>
            <a:r>
              <a:rPr lang="en-US" sz="2000" dirty="0"/>
              <a:t> </a:t>
            </a:r>
            <a:r>
              <a:rPr lang="en-US" sz="1800" dirty="0">
                <a:hlinkClick r:id="rId3"/>
              </a:rPr>
              <a:t>https://github.com/ASU-VDA-Lab/MLCAD25-Contest-Scripts-Benchmarks</a:t>
            </a:r>
            <a:endParaRPr lang="en-US" sz="1800" b="0" dirty="0"/>
          </a:p>
          <a:p>
            <a:pPr marL="177800" indent="-171450">
              <a:lnSpc>
                <a:spcPct val="150000"/>
              </a:lnSpc>
              <a:spcBef>
                <a:spcPts val="0"/>
              </a:spcBef>
            </a:pPr>
            <a:endParaRPr lang="en-US" sz="1800" b="0" dirty="0"/>
          </a:p>
        </p:txBody>
      </p:sp>
      <p:sp>
        <p:nvSpPr>
          <p:cNvPr id="237" name="Google Shape;237;p58">
            <a:extLst>
              <a:ext uri="{FF2B5EF4-FFF2-40B4-BE49-F238E27FC236}">
                <a16:creationId xmlns:a16="http://schemas.microsoft.com/office/drawing/2014/main" id="{EB6C810A-121D-9290-6374-2B45626A2BEA}"/>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Conclusion</a:t>
            </a:r>
          </a:p>
        </p:txBody>
      </p:sp>
      <p:pic>
        <p:nvPicPr>
          <p:cNvPr id="4" name="Picture 3">
            <a:extLst>
              <a:ext uri="{FF2B5EF4-FFF2-40B4-BE49-F238E27FC236}">
                <a16:creationId xmlns:a16="http://schemas.microsoft.com/office/drawing/2014/main" id="{B467D3B9-5082-42A9-2CA0-8F5DCD8DF448}"/>
              </a:ext>
            </a:extLst>
          </p:cNvPr>
          <p:cNvPicPr>
            <a:picLocks noChangeAspect="1"/>
          </p:cNvPicPr>
          <p:nvPr/>
        </p:nvPicPr>
        <p:blipFill>
          <a:blip r:embed="rId4"/>
          <a:stretch>
            <a:fillRect/>
          </a:stretch>
        </p:blipFill>
        <p:spPr>
          <a:xfrm>
            <a:off x="7635105" y="641721"/>
            <a:ext cx="1280271" cy="670618"/>
          </a:xfrm>
          <a:prstGeom prst="rect">
            <a:avLst/>
          </a:prstGeom>
        </p:spPr>
      </p:pic>
      <p:pic>
        <p:nvPicPr>
          <p:cNvPr id="6" name="Picture 5" descr="A qr code with a white background&#10;&#10;AI-generated content may be incorrect.">
            <a:extLst>
              <a:ext uri="{FF2B5EF4-FFF2-40B4-BE49-F238E27FC236}">
                <a16:creationId xmlns:a16="http://schemas.microsoft.com/office/drawing/2014/main" id="{975CB698-7C26-660B-0619-4E7246FBB4CA}"/>
              </a:ext>
            </a:extLst>
          </p:cNvPr>
          <p:cNvPicPr>
            <a:picLocks noChangeAspect="1"/>
          </p:cNvPicPr>
          <p:nvPr/>
        </p:nvPicPr>
        <p:blipFill>
          <a:blip r:embed="rId5"/>
          <a:srcRect l="7843" t="7492" r="6668" b="7018"/>
          <a:stretch>
            <a:fillRect/>
          </a:stretch>
        </p:blipFill>
        <p:spPr>
          <a:xfrm>
            <a:off x="7578113" y="3257550"/>
            <a:ext cx="1403938" cy="1403954"/>
          </a:xfrm>
          <a:prstGeom prst="rect">
            <a:avLst/>
          </a:prstGeom>
        </p:spPr>
      </p:pic>
      <p:sp>
        <p:nvSpPr>
          <p:cNvPr id="7" name="TextBox 6">
            <a:extLst>
              <a:ext uri="{FF2B5EF4-FFF2-40B4-BE49-F238E27FC236}">
                <a16:creationId xmlns:a16="http://schemas.microsoft.com/office/drawing/2014/main" id="{74335488-E29F-A3C0-C488-85D7F0E39E73}"/>
              </a:ext>
            </a:extLst>
          </p:cNvPr>
          <p:cNvSpPr txBox="1"/>
          <p:nvPr/>
        </p:nvSpPr>
        <p:spPr>
          <a:xfrm>
            <a:off x="7179944" y="2734330"/>
            <a:ext cx="2200275" cy="523220"/>
          </a:xfrm>
          <a:prstGeom prst="rect">
            <a:avLst/>
          </a:prstGeom>
          <a:noFill/>
        </p:spPr>
        <p:txBody>
          <a:bodyPr wrap="square" rtlCol="0">
            <a:spAutoFit/>
          </a:bodyPr>
          <a:lstStyle/>
          <a:p>
            <a:pPr algn="ctr"/>
            <a:r>
              <a:rPr lang="en-US" dirty="0">
                <a:solidFill>
                  <a:schemeClr val="accent2"/>
                </a:solidFill>
              </a:rPr>
              <a:t>Scan for the contest GitHub repository</a:t>
            </a:r>
          </a:p>
        </p:txBody>
      </p:sp>
    </p:spTree>
    <p:extLst>
      <p:ext uri="{BB962C8B-B14F-4D97-AF65-F5344CB8AC3E}">
        <p14:creationId xmlns:p14="http://schemas.microsoft.com/office/powerpoint/2010/main" val="10732633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DE14E6FD-FD30-AE5B-A378-56C32862B2F2}"/>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88BC92BB-75D8-3EDF-64FC-9EB0A5D9BF14}"/>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8F0232B5-05BA-CE0D-064E-4B242F5A2FEB}"/>
              </a:ext>
            </a:extLst>
          </p:cNvPr>
          <p:cNvSpPr txBox="1">
            <a:spLocks noGrp="1"/>
          </p:cNvSpPr>
          <p:nvPr>
            <p:ph type="title"/>
          </p:nvPr>
        </p:nvSpPr>
        <p:spPr>
          <a:xfrm>
            <a:off x="2898322" y="2132838"/>
            <a:ext cx="3347357" cy="438912"/>
          </a:xfrm>
          <a:prstGeom prst="rect">
            <a:avLst/>
          </a:prstGeom>
          <a:noFill/>
          <a:ln>
            <a:noFill/>
          </a:ln>
        </p:spPr>
        <p:txBody>
          <a:bodyPr spcFirstLastPara="1" wrap="square" lIns="69050" tIns="34525" rIns="69050" bIns="34525" anchor="ctr" anchorCtr="0">
            <a:noAutofit/>
          </a:bodyPr>
          <a:lstStyle/>
          <a:p>
            <a:pPr algn="ctr">
              <a:lnSpc>
                <a:spcPct val="87500"/>
              </a:lnSpc>
            </a:pPr>
            <a:r>
              <a:rPr lang="en-US" sz="3600" dirty="0">
                <a:solidFill>
                  <a:schemeClr val="accent2"/>
                </a:solidFill>
              </a:rPr>
              <a:t>WINNERS !</a:t>
            </a:r>
          </a:p>
        </p:txBody>
      </p:sp>
    </p:spTree>
    <p:extLst>
      <p:ext uri="{BB962C8B-B14F-4D97-AF65-F5344CB8AC3E}">
        <p14:creationId xmlns:p14="http://schemas.microsoft.com/office/powerpoint/2010/main" val="16285915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80C77BED-79A1-A2C3-FDFE-4A0441B551DE}"/>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5AA9E229-77F6-97CB-8CF8-88E111967E0E}"/>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7859F85E-4D95-14BB-48F1-1D10A1EBA178}"/>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Third Place – Congratulations!</a:t>
            </a:r>
          </a:p>
        </p:txBody>
      </p:sp>
      <p:grpSp>
        <p:nvGrpSpPr>
          <p:cNvPr id="31" name="Group 3">
            <a:extLst>
              <a:ext uri="{FF2B5EF4-FFF2-40B4-BE49-F238E27FC236}">
                <a16:creationId xmlns:a16="http://schemas.microsoft.com/office/drawing/2014/main" id="{BE929741-E501-5CE7-DFE4-031DA401F9D8}"/>
              </a:ext>
            </a:extLst>
          </p:cNvPr>
          <p:cNvGrpSpPr/>
          <p:nvPr/>
        </p:nvGrpSpPr>
        <p:grpSpPr>
          <a:xfrm>
            <a:off x="228600" y="662312"/>
            <a:ext cx="8234680" cy="1112264"/>
            <a:chOff x="0" y="427077"/>
            <a:chExt cx="11338560" cy="1367594"/>
          </a:xfrm>
        </p:grpSpPr>
        <p:sp>
          <p:nvSpPr>
            <p:cNvPr id="32" name="Freeform 4">
              <a:extLst>
                <a:ext uri="{FF2B5EF4-FFF2-40B4-BE49-F238E27FC236}">
                  <a16:creationId xmlns:a16="http://schemas.microsoft.com/office/drawing/2014/main" id="{385096E6-A327-BFF2-44E8-DA260F0A9376}"/>
                </a:ext>
              </a:extLst>
            </p:cNvPr>
            <p:cNvSpPr/>
            <p:nvPr/>
          </p:nvSpPr>
          <p:spPr>
            <a:xfrm>
              <a:off x="4913841" y="427077"/>
              <a:ext cx="1643924" cy="664058"/>
            </a:xfrm>
            <a:custGeom>
              <a:avLst/>
              <a:gdLst/>
              <a:ahLst/>
              <a:cxnLst/>
              <a:rect l="l" t="t" r="r" b="b"/>
              <a:pathLst>
                <a:path w="2133920" h="1027259">
                  <a:moveTo>
                    <a:pt x="0" y="0"/>
                  </a:moveTo>
                  <a:lnTo>
                    <a:pt x="2133919" y="0"/>
                  </a:lnTo>
                  <a:lnTo>
                    <a:pt x="2133919" y="1027259"/>
                  </a:lnTo>
                  <a:lnTo>
                    <a:pt x="0" y="1027259"/>
                  </a:lnTo>
                  <a:lnTo>
                    <a:pt x="0" y="0"/>
                  </a:lnTo>
                  <a:close/>
                </a:path>
              </a:pathLst>
            </a:custGeom>
            <a:blipFill>
              <a:blip r:embed="rId3"/>
              <a:stretch>
                <a:fillRect/>
              </a:stretch>
            </a:blipFill>
          </p:spPr>
          <p:txBody>
            <a:bodyPr/>
            <a:lstStyle/>
            <a:p>
              <a:endParaRPr lang="en-US"/>
            </a:p>
          </p:txBody>
        </p:sp>
        <p:sp>
          <p:nvSpPr>
            <p:cNvPr id="33" name="TextBox 5">
              <a:extLst>
                <a:ext uri="{FF2B5EF4-FFF2-40B4-BE49-F238E27FC236}">
                  <a16:creationId xmlns:a16="http://schemas.microsoft.com/office/drawing/2014/main" id="{FADEE3B2-CF80-9E70-3918-39D25BFF024C}"/>
                </a:ext>
              </a:extLst>
            </p:cNvPr>
            <p:cNvSpPr txBox="1"/>
            <p:nvPr/>
          </p:nvSpPr>
          <p:spPr>
            <a:xfrm>
              <a:off x="0" y="1189183"/>
              <a:ext cx="11338560" cy="605488"/>
            </a:xfrm>
            <a:prstGeom prst="rect">
              <a:avLst/>
            </a:prstGeom>
          </p:spPr>
          <p:txBody>
            <a:bodyPr lIns="0" tIns="0" rIns="0" bIns="0" rtlCol="0" anchor="t">
              <a:spAutoFit/>
            </a:bodyPr>
            <a:lstStyle/>
            <a:p>
              <a:pPr algn="ctr"/>
              <a:r>
                <a:rPr lang="en-US" sz="1200" b="1" spc="265" dirty="0">
                  <a:solidFill>
                    <a:schemeClr val="tx1"/>
                  </a:solidFill>
                  <a:latin typeface="Montserrat Classic Bold"/>
                  <a:ea typeface="Montserrat Classic Bold"/>
                  <a:cs typeface="Montserrat Classic Bold"/>
                  <a:sym typeface="Montserrat Classic Bold"/>
                </a:rPr>
                <a:t>MLCAD SYMPOSIUM 2025</a:t>
              </a:r>
            </a:p>
            <a:p>
              <a:pPr algn="ctr"/>
              <a:r>
                <a:rPr lang="en-US" sz="1000" b="1" spc="228" dirty="0">
                  <a:solidFill>
                    <a:schemeClr val="tx1"/>
                  </a:solidFill>
                  <a:latin typeface="Montserrat Classic Bold"/>
                  <a:ea typeface="Montserrat Classic Bold"/>
                  <a:cs typeface="Montserrat Classic Bold"/>
                  <a:sym typeface="Montserrat Classic Bold"/>
                </a:rPr>
                <a:t>7th ACM/IEEE International Symposium on Machine Learning for CAD</a:t>
              </a:r>
            </a:p>
            <a:p>
              <a:pPr algn="ctr">
                <a:spcBef>
                  <a:spcPct val="0"/>
                </a:spcBef>
              </a:pPr>
              <a:r>
                <a:rPr lang="en-US" sz="1000" b="1" spc="228" dirty="0">
                  <a:solidFill>
                    <a:schemeClr val="tx1"/>
                  </a:solidFill>
                  <a:latin typeface="Montserrat Classic Bold"/>
                  <a:ea typeface="Montserrat Classic Bold"/>
                  <a:cs typeface="Montserrat Classic Bold"/>
                  <a:sym typeface="Montserrat Classic Bold"/>
                </a:rPr>
                <a:t>September 8-10, 2025 | SANTA CRUZ, CALIFORNIA</a:t>
              </a:r>
            </a:p>
          </p:txBody>
        </p:sp>
      </p:grpSp>
      <p:sp>
        <p:nvSpPr>
          <p:cNvPr id="34" name="TextBox 19">
            <a:extLst>
              <a:ext uri="{FF2B5EF4-FFF2-40B4-BE49-F238E27FC236}">
                <a16:creationId xmlns:a16="http://schemas.microsoft.com/office/drawing/2014/main" id="{0F1D63A4-586B-56F1-C79E-B6ED8D83CEFC}"/>
              </a:ext>
            </a:extLst>
          </p:cNvPr>
          <p:cNvSpPr txBox="1"/>
          <p:nvPr/>
        </p:nvSpPr>
        <p:spPr>
          <a:xfrm>
            <a:off x="1007599" y="1783319"/>
            <a:ext cx="7128802" cy="615553"/>
          </a:xfrm>
          <a:prstGeom prst="rect">
            <a:avLst/>
          </a:prstGeom>
        </p:spPr>
        <p:txBody>
          <a:bodyPr lIns="0" tIns="0" rIns="0" bIns="0" rtlCol="0" anchor="t">
            <a:spAutoFit/>
          </a:bodyPr>
          <a:lstStyle/>
          <a:p>
            <a:pPr algn="ctr"/>
            <a:endParaRPr lang="en-US" sz="2000" b="1" spc="240" dirty="0">
              <a:solidFill>
                <a:srgbClr val="4B4B4B"/>
              </a:solidFill>
              <a:latin typeface="Montserrat Classic Bold"/>
              <a:ea typeface="Montserrat Classic Bold"/>
              <a:cs typeface="Montserrat Classic Bold"/>
              <a:sym typeface="Montserrat Classic Bold"/>
            </a:endParaRPr>
          </a:p>
          <a:p>
            <a:pPr algn="ctr"/>
            <a:r>
              <a:rPr lang="en-US" sz="2000" b="1" spc="240" dirty="0">
                <a:solidFill>
                  <a:srgbClr val="4B4B4B"/>
                </a:solidFill>
                <a:latin typeface="Montserrat Classic Bold"/>
                <a:ea typeface="Montserrat Classic Bold"/>
                <a:cs typeface="Montserrat Classic Bold"/>
                <a:sym typeface="Montserrat Classic Bold"/>
              </a:rPr>
              <a:t>MLCAD 2025 Contest On </a:t>
            </a:r>
            <a:r>
              <a:rPr lang="en-US" sz="2000" b="1" spc="240" dirty="0" err="1">
                <a:solidFill>
                  <a:srgbClr val="4B4B4B"/>
                </a:solidFill>
                <a:latin typeface="Montserrat Classic Bold"/>
                <a:ea typeface="Montserrat Classic Bold"/>
                <a:cs typeface="Montserrat Classic Bold"/>
                <a:sym typeface="Montserrat Classic Bold"/>
              </a:rPr>
              <a:t>ReSynthAI</a:t>
            </a:r>
            <a:endParaRPr lang="en-US" sz="2000" b="1" spc="240" dirty="0">
              <a:solidFill>
                <a:srgbClr val="4B4B4B"/>
              </a:solidFill>
              <a:latin typeface="Montserrat Classic Bold"/>
              <a:ea typeface="Montserrat Classic Bold"/>
              <a:cs typeface="Montserrat Classic Bold"/>
              <a:sym typeface="Montserrat Classic Bold"/>
            </a:endParaRPr>
          </a:p>
        </p:txBody>
      </p:sp>
      <p:sp>
        <p:nvSpPr>
          <p:cNvPr id="35" name="TextBox 20">
            <a:extLst>
              <a:ext uri="{FF2B5EF4-FFF2-40B4-BE49-F238E27FC236}">
                <a16:creationId xmlns:a16="http://schemas.microsoft.com/office/drawing/2014/main" id="{F8A08B50-CA04-0BBD-6830-164B9D8C8214}"/>
              </a:ext>
            </a:extLst>
          </p:cNvPr>
          <p:cNvSpPr txBox="1"/>
          <p:nvPr/>
        </p:nvSpPr>
        <p:spPr>
          <a:xfrm>
            <a:off x="2195557" y="2475185"/>
            <a:ext cx="4397392" cy="512191"/>
          </a:xfrm>
          <a:prstGeom prst="rect">
            <a:avLst/>
          </a:prstGeom>
        </p:spPr>
        <p:txBody>
          <a:bodyPr lIns="0" tIns="0" rIns="0" bIns="0" rtlCol="0" anchor="t">
            <a:spAutoFit/>
          </a:bodyPr>
          <a:lstStyle/>
          <a:p>
            <a:pPr algn="ctr">
              <a:lnSpc>
                <a:spcPts val="2128"/>
              </a:lnSpc>
            </a:pPr>
            <a:r>
              <a:rPr lang="en-US" b="1" spc="112" dirty="0">
                <a:solidFill>
                  <a:srgbClr val="4B4B4B"/>
                </a:solidFill>
                <a:latin typeface="Montserrat Classic Bold" panose="020B0604020202020204" charset="0"/>
                <a:ea typeface="Montserrat Light Bold"/>
                <a:cs typeface="Montserrat Light Bold"/>
                <a:sym typeface="Montserrat Light Bold"/>
              </a:rPr>
              <a:t>THIRD PLACE</a:t>
            </a:r>
          </a:p>
          <a:p>
            <a:pPr algn="ctr">
              <a:lnSpc>
                <a:spcPts val="2128"/>
              </a:lnSpc>
            </a:pPr>
            <a:r>
              <a:rPr lang="en-US" sz="1100" b="1" spc="112" dirty="0">
                <a:solidFill>
                  <a:srgbClr val="4B4B4B"/>
                </a:solidFill>
                <a:latin typeface="Montserrat Classic Bold" panose="020B0604020202020204" charset="0"/>
                <a:ea typeface="Montserrat Light Bold"/>
                <a:cs typeface="Montserrat Light Bold"/>
                <a:sym typeface="Montserrat Light Bold"/>
              </a:rPr>
              <a:t>AWARDED TO</a:t>
            </a:r>
          </a:p>
        </p:txBody>
      </p:sp>
      <p:sp>
        <p:nvSpPr>
          <p:cNvPr id="36" name="TextBox 19">
            <a:extLst>
              <a:ext uri="{FF2B5EF4-FFF2-40B4-BE49-F238E27FC236}">
                <a16:creationId xmlns:a16="http://schemas.microsoft.com/office/drawing/2014/main" id="{F7107079-85E3-8DB4-11B2-0A6E56EBD0E5}"/>
              </a:ext>
            </a:extLst>
          </p:cNvPr>
          <p:cNvSpPr txBox="1"/>
          <p:nvPr/>
        </p:nvSpPr>
        <p:spPr>
          <a:xfrm>
            <a:off x="1007599" y="2990209"/>
            <a:ext cx="7128802" cy="364074"/>
          </a:xfrm>
          <a:prstGeom prst="rect">
            <a:avLst/>
          </a:prstGeom>
        </p:spPr>
        <p:txBody>
          <a:bodyPr lIns="0" tIns="0" rIns="0" bIns="0" rtlCol="0" anchor="t">
            <a:spAutoFit/>
          </a:bodyPr>
          <a:lstStyle/>
          <a:p>
            <a:pPr algn="ctr">
              <a:lnSpc>
                <a:spcPts val="3264"/>
              </a:lnSpc>
            </a:pPr>
            <a:r>
              <a:rPr lang="en-US" sz="1600" b="1" dirty="0">
                <a:latin typeface="Montserrat Classic Bold" panose="020B0604020202020204" charset="0"/>
              </a:rPr>
              <a:t>ACE-DMA</a:t>
            </a:r>
            <a:r>
              <a:rPr lang="en-US" sz="1600" b="1" spc="240" dirty="0">
                <a:solidFill>
                  <a:srgbClr val="4B4B4B"/>
                </a:solidFill>
                <a:latin typeface="Montserrat Classic Bold" panose="020B0604020202020204" charset="0"/>
                <a:ea typeface="Montserrat Classic Bold"/>
                <a:cs typeface="Montserrat Classic Bold"/>
                <a:sym typeface="Montserrat Classic Bold"/>
              </a:rPr>
              <a:t> </a:t>
            </a:r>
            <a:r>
              <a:rPr lang="en-US" sz="1600" b="1" spc="240" dirty="0">
                <a:solidFill>
                  <a:srgbClr val="4B4B4B"/>
                </a:solidFill>
                <a:latin typeface="Montserrat Classic Bold"/>
                <a:ea typeface="Montserrat Classic Bold"/>
                <a:cs typeface="Montserrat Classic Bold"/>
                <a:sym typeface="Montserrat Classic Bold"/>
              </a:rPr>
              <a:t>– </a:t>
            </a:r>
            <a:r>
              <a:rPr lang="en-US" sz="1600" b="1" spc="240" dirty="0">
                <a:solidFill>
                  <a:schemeClr val="tx1"/>
                </a:solidFill>
                <a:latin typeface="Montserrat Classic Bold"/>
                <a:ea typeface="Montserrat Classic Bold"/>
                <a:cs typeface="Montserrat Classic Bold"/>
                <a:sym typeface="Montserrat Classic Bold"/>
              </a:rPr>
              <a:t>NXP Semiconductors</a:t>
            </a:r>
          </a:p>
        </p:txBody>
      </p:sp>
      <p:sp>
        <p:nvSpPr>
          <p:cNvPr id="37" name="TextBox 21">
            <a:extLst>
              <a:ext uri="{FF2B5EF4-FFF2-40B4-BE49-F238E27FC236}">
                <a16:creationId xmlns:a16="http://schemas.microsoft.com/office/drawing/2014/main" id="{B38F7414-A20C-6139-931B-7D5B47B2A6F1}"/>
              </a:ext>
            </a:extLst>
          </p:cNvPr>
          <p:cNvSpPr txBox="1"/>
          <p:nvPr/>
        </p:nvSpPr>
        <p:spPr>
          <a:xfrm>
            <a:off x="44661" y="3645923"/>
            <a:ext cx="9054678" cy="492443"/>
          </a:xfrm>
          <a:prstGeom prst="rect">
            <a:avLst/>
          </a:prstGeom>
        </p:spPr>
        <p:txBody>
          <a:bodyPr lIns="0" tIns="0" rIns="0" bIns="0" rtlCol="0" anchor="t">
            <a:spAutoFit/>
          </a:bodyPr>
          <a:lstStyle/>
          <a:p>
            <a:pPr algn="ctr"/>
            <a:r>
              <a:rPr lang="en-US" sz="1600" dirty="0">
                <a:solidFill>
                  <a:srgbClr val="4B4B4B"/>
                </a:solidFill>
                <a:latin typeface="Script MT Bold" panose="03040602040607080904" pitchFamily="66" charset="0"/>
                <a:ea typeface="Sloop Script Pro"/>
                <a:cs typeface="Sloop Script Pro"/>
                <a:sym typeface="Sloop Script Pro"/>
              </a:rPr>
              <a:t>Andrew Smith, Animesh Basak Chowdhury, </a:t>
            </a:r>
            <a:r>
              <a:rPr lang="en-US" sz="1600" dirty="0" err="1">
                <a:solidFill>
                  <a:srgbClr val="4B4B4B"/>
                </a:solidFill>
                <a:latin typeface="Script MT Bold" panose="03040602040607080904" pitchFamily="66" charset="0"/>
                <a:ea typeface="Sloop Script Pro"/>
                <a:cs typeface="Sloop Script Pro"/>
                <a:sym typeface="Sloop Script Pro"/>
              </a:rPr>
              <a:t>Sreyesh</a:t>
            </a:r>
            <a:r>
              <a:rPr lang="en-US" sz="1600" dirty="0">
                <a:solidFill>
                  <a:srgbClr val="4B4B4B"/>
                </a:solidFill>
                <a:latin typeface="Script MT Bold" panose="03040602040607080904" pitchFamily="66" charset="0"/>
                <a:ea typeface="Sloop Script Pro"/>
                <a:cs typeface="Sloop Script Pro"/>
                <a:sym typeface="Sloop Script Pro"/>
              </a:rPr>
              <a:t> </a:t>
            </a:r>
            <a:r>
              <a:rPr lang="en-US" sz="1600" dirty="0" err="1">
                <a:solidFill>
                  <a:srgbClr val="4B4B4B"/>
                </a:solidFill>
                <a:latin typeface="Script MT Bold" panose="03040602040607080904" pitchFamily="66" charset="0"/>
                <a:ea typeface="Sloop Script Pro"/>
                <a:cs typeface="Sloop Script Pro"/>
                <a:sym typeface="Sloop Script Pro"/>
              </a:rPr>
              <a:t>Kalathiparambil</a:t>
            </a:r>
            <a:r>
              <a:rPr lang="en-US" sz="1600" dirty="0">
                <a:solidFill>
                  <a:srgbClr val="4B4B4B"/>
                </a:solidFill>
                <a:latin typeface="Script MT Bold" panose="03040602040607080904" pitchFamily="66" charset="0"/>
                <a:ea typeface="Sloop Script Pro"/>
                <a:cs typeface="Sloop Script Pro"/>
                <a:sym typeface="Sloop Script Pro"/>
              </a:rPr>
              <a:t>, </a:t>
            </a:r>
          </a:p>
          <a:p>
            <a:pPr algn="ctr"/>
            <a:r>
              <a:rPr lang="en-US" sz="1600" dirty="0">
                <a:solidFill>
                  <a:srgbClr val="4B4B4B"/>
                </a:solidFill>
                <a:latin typeface="Script MT Bold" panose="03040602040607080904" pitchFamily="66" charset="0"/>
                <a:ea typeface="Sloop Script Pro"/>
                <a:cs typeface="Sloop Script Pro"/>
                <a:sym typeface="Sloop Script Pro"/>
              </a:rPr>
              <a:t>Will Miler, and Narasimhan Narayanan</a:t>
            </a:r>
          </a:p>
        </p:txBody>
      </p:sp>
    </p:spTree>
    <p:extLst>
      <p:ext uri="{BB962C8B-B14F-4D97-AF65-F5344CB8AC3E}">
        <p14:creationId xmlns:p14="http://schemas.microsoft.com/office/powerpoint/2010/main" val="3358443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84DDA9B2-57CC-56BE-2C7E-283E9956D1FF}"/>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DA2DFA64-81EB-3B48-7CE8-FF494E3AC6E1}"/>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34F497FE-0702-4732-7DFC-36341C0C4B92}"/>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Third Place – Congratulations!</a:t>
            </a:r>
          </a:p>
        </p:txBody>
      </p:sp>
      <p:grpSp>
        <p:nvGrpSpPr>
          <p:cNvPr id="31" name="Group 3">
            <a:extLst>
              <a:ext uri="{FF2B5EF4-FFF2-40B4-BE49-F238E27FC236}">
                <a16:creationId xmlns:a16="http://schemas.microsoft.com/office/drawing/2014/main" id="{42B588F8-0986-E17E-73AE-A1437908FD93}"/>
              </a:ext>
            </a:extLst>
          </p:cNvPr>
          <p:cNvGrpSpPr/>
          <p:nvPr/>
        </p:nvGrpSpPr>
        <p:grpSpPr>
          <a:xfrm>
            <a:off x="228600" y="662312"/>
            <a:ext cx="8234680" cy="1112264"/>
            <a:chOff x="0" y="427077"/>
            <a:chExt cx="11338560" cy="1367594"/>
          </a:xfrm>
        </p:grpSpPr>
        <p:sp>
          <p:nvSpPr>
            <p:cNvPr id="32" name="Freeform 4">
              <a:extLst>
                <a:ext uri="{FF2B5EF4-FFF2-40B4-BE49-F238E27FC236}">
                  <a16:creationId xmlns:a16="http://schemas.microsoft.com/office/drawing/2014/main" id="{E26CAF83-91F0-92DC-3674-BB908E78E3D9}"/>
                </a:ext>
              </a:extLst>
            </p:cNvPr>
            <p:cNvSpPr/>
            <p:nvPr/>
          </p:nvSpPr>
          <p:spPr>
            <a:xfrm>
              <a:off x="4913841" y="427077"/>
              <a:ext cx="1643924" cy="664058"/>
            </a:xfrm>
            <a:custGeom>
              <a:avLst/>
              <a:gdLst/>
              <a:ahLst/>
              <a:cxnLst/>
              <a:rect l="l" t="t" r="r" b="b"/>
              <a:pathLst>
                <a:path w="2133920" h="1027259">
                  <a:moveTo>
                    <a:pt x="0" y="0"/>
                  </a:moveTo>
                  <a:lnTo>
                    <a:pt x="2133919" y="0"/>
                  </a:lnTo>
                  <a:lnTo>
                    <a:pt x="2133919" y="1027259"/>
                  </a:lnTo>
                  <a:lnTo>
                    <a:pt x="0" y="1027259"/>
                  </a:lnTo>
                  <a:lnTo>
                    <a:pt x="0" y="0"/>
                  </a:lnTo>
                  <a:close/>
                </a:path>
              </a:pathLst>
            </a:custGeom>
            <a:blipFill>
              <a:blip r:embed="rId3"/>
              <a:stretch>
                <a:fillRect/>
              </a:stretch>
            </a:blipFill>
          </p:spPr>
          <p:txBody>
            <a:bodyPr/>
            <a:lstStyle/>
            <a:p>
              <a:endParaRPr lang="en-US"/>
            </a:p>
          </p:txBody>
        </p:sp>
        <p:sp>
          <p:nvSpPr>
            <p:cNvPr id="33" name="TextBox 5">
              <a:extLst>
                <a:ext uri="{FF2B5EF4-FFF2-40B4-BE49-F238E27FC236}">
                  <a16:creationId xmlns:a16="http://schemas.microsoft.com/office/drawing/2014/main" id="{00861FD3-F4C6-A763-3D16-3A833AFCFF0D}"/>
                </a:ext>
              </a:extLst>
            </p:cNvPr>
            <p:cNvSpPr txBox="1"/>
            <p:nvPr/>
          </p:nvSpPr>
          <p:spPr>
            <a:xfrm>
              <a:off x="0" y="1189183"/>
              <a:ext cx="11338560" cy="605488"/>
            </a:xfrm>
            <a:prstGeom prst="rect">
              <a:avLst/>
            </a:prstGeom>
          </p:spPr>
          <p:txBody>
            <a:bodyPr lIns="0" tIns="0" rIns="0" bIns="0" rtlCol="0" anchor="t">
              <a:spAutoFit/>
            </a:bodyPr>
            <a:lstStyle/>
            <a:p>
              <a:pPr algn="ctr"/>
              <a:r>
                <a:rPr lang="en-US" sz="1200" b="1" spc="265" dirty="0">
                  <a:solidFill>
                    <a:schemeClr val="tx1"/>
                  </a:solidFill>
                  <a:latin typeface="Montserrat Classic Bold"/>
                  <a:ea typeface="Montserrat Classic Bold"/>
                  <a:cs typeface="Montserrat Classic Bold"/>
                  <a:sym typeface="Montserrat Classic Bold"/>
                </a:rPr>
                <a:t>MLCAD SYMPOSIUM 2025</a:t>
              </a:r>
            </a:p>
            <a:p>
              <a:pPr algn="ctr"/>
              <a:r>
                <a:rPr lang="en-US" sz="1000" b="1" spc="228" dirty="0">
                  <a:solidFill>
                    <a:schemeClr val="tx1"/>
                  </a:solidFill>
                  <a:latin typeface="Montserrat Classic Bold"/>
                  <a:ea typeface="Montserrat Classic Bold"/>
                  <a:cs typeface="Montserrat Classic Bold"/>
                  <a:sym typeface="Montserrat Classic Bold"/>
                </a:rPr>
                <a:t>7th ACM/IEEE International Symposium on Machine Learning for CAD</a:t>
              </a:r>
            </a:p>
            <a:p>
              <a:pPr algn="ctr">
                <a:spcBef>
                  <a:spcPct val="0"/>
                </a:spcBef>
              </a:pPr>
              <a:r>
                <a:rPr lang="en-US" sz="1000" b="1" spc="228" dirty="0">
                  <a:solidFill>
                    <a:schemeClr val="tx1"/>
                  </a:solidFill>
                  <a:latin typeface="Montserrat Classic Bold"/>
                  <a:ea typeface="Montserrat Classic Bold"/>
                  <a:cs typeface="Montserrat Classic Bold"/>
                  <a:sym typeface="Montserrat Classic Bold"/>
                </a:rPr>
                <a:t>September 8-10, 2025 | SANTA CRUZ, CALIFORNIA</a:t>
              </a:r>
            </a:p>
          </p:txBody>
        </p:sp>
      </p:grpSp>
      <p:sp>
        <p:nvSpPr>
          <p:cNvPr id="34" name="TextBox 19">
            <a:extLst>
              <a:ext uri="{FF2B5EF4-FFF2-40B4-BE49-F238E27FC236}">
                <a16:creationId xmlns:a16="http://schemas.microsoft.com/office/drawing/2014/main" id="{4665AC55-AF40-FB50-454D-F4DC84FB88BD}"/>
              </a:ext>
            </a:extLst>
          </p:cNvPr>
          <p:cNvSpPr txBox="1"/>
          <p:nvPr/>
        </p:nvSpPr>
        <p:spPr>
          <a:xfrm>
            <a:off x="1007599" y="1783319"/>
            <a:ext cx="7128802" cy="615553"/>
          </a:xfrm>
          <a:prstGeom prst="rect">
            <a:avLst/>
          </a:prstGeom>
        </p:spPr>
        <p:txBody>
          <a:bodyPr lIns="0" tIns="0" rIns="0" bIns="0" rtlCol="0" anchor="t">
            <a:spAutoFit/>
          </a:bodyPr>
          <a:lstStyle/>
          <a:p>
            <a:pPr algn="ctr"/>
            <a:endParaRPr lang="en-US" sz="2000" b="1" spc="240" dirty="0">
              <a:solidFill>
                <a:srgbClr val="4B4B4B"/>
              </a:solidFill>
              <a:latin typeface="Montserrat Classic Bold"/>
              <a:ea typeface="Montserrat Classic Bold"/>
              <a:cs typeface="Montserrat Classic Bold"/>
              <a:sym typeface="Montserrat Classic Bold"/>
            </a:endParaRPr>
          </a:p>
          <a:p>
            <a:pPr algn="ctr"/>
            <a:r>
              <a:rPr lang="en-US" sz="2000" b="1" spc="240" dirty="0">
                <a:solidFill>
                  <a:srgbClr val="4B4B4B"/>
                </a:solidFill>
                <a:latin typeface="Montserrat Classic Bold"/>
                <a:ea typeface="Montserrat Classic Bold"/>
                <a:cs typeface="Montserrat Classic Bold"/>
                <a:sym typeface="Montserrat Classic Bold"/>
              </a:rPr>
              <a:t>MLCAD 2025 Contest On </a:t>
            </a:r>
            <a:r>
              <a:rPr lang="en-US" sz="2000" b="1" spc="240" dirty="0" err="1">
                <a:solidFill>
                  <a:srgbClr val="4B4B4B"/>
                </a:solidFill>
                <a:latin typeface="Montserrat Classic Bold"/>
                <a:ea typeface="Montserrat Classic Bold"/>
                <a:cs typeface="Montserrat Classic Bold"/>
                <a:sym typeface="Montserrat Classic Bold"/>
              </a:rPr>
              <a:t>ReSynthAI</a:t>
            </a:r>
            <a:endParaRPr lang="en-US" sz="2000" b="1" spc="240" dirty="0">
              <a:solidFill>
                <a:srgbClr val="4B4B4B"/>
              </a:solidFill>
              <a:latin typeface="Montserrat Classic Bold"/>
              <a:ea typeface="Montserrat Classic Bold"/>
              <a:cs typeface="Montserrat Classic Bold"/>
              <a:sym typeface="Montserrat Classic Bold"/>
            </a:endParaRPr>
          </a:p>
        </p:txBody>
      </p:sp>
      <p:sp>
        <p:nvSpPr>
          <p:cNvPr id="35" name="TextBox 20">
            <a:extLst>
              <a:ext uri="{FF2B5EF4-FFF2-40B4-BE49-F238E27FC236}">
                <a16:creationId xmlns:a16="http://schemas.microsoft.com/office/drawing/2014/main" id="{D1A86CF0-958C-46F0-DA73-D5F985803D20}"/>
              </a:ext>
            </a:extLst>
          </p:cNvPr>
          <p:cNvSpPr txBox="1"/>
          <p:nvPr/>
        </p:nvSpPr>
        <p:spPr>
          <a:xfrm>
            <a:off x="2195557" y="2475185"/>
            <a:ext cx="4397392" cy="512191"/>
          </a:xfrm>
          <a:prstGeom prst="rect">
            <a:avLst/>
          </a:prstGeom>
        </p:spPr>
        <p:txBody>
          <a:bodyPr lIns="0" tIns="0" rIns="0" bIns="0" rtlCol="0" anchor="t">
            <a:spAutoFit/>
          </a:bodyPr>
          <a:lstStyle/>
          <a:p>
            <a:pPr algn="ctr">
              <a:lnSpc>
                <a:spcPts val="2128"/>
              </a:lnSpc>
            </a:pPr>
            <a:r>
              <a:rPr lang="en-US" b="1" spc="112" dirty="0">
                <a:solidFill>
                  <a:srgbClr val="4B4B4B"/>
                </a:solidFill>
                <a:latin typeface="Montserrat Classic Bold" panose="020B0604020202020204" charset="0"/>
                <a:ea typeface="Montserrat Light Bold"/>
                <a:cs typeface="Montserrat Light Bold"/>
                <a:sym typeface="Montserrat Light Bold"/>
              </a:rPr>
              <a:t>SECOND PLACE</a:t>
            </a:r>
          </a:p>
          <a:p>
            <a:pPr algn="ctr">
              <a:lnSpc>
                <a:spcPts val="2128"/>
              </a:lnSpc>
            </a:pPr>
            <a:r>
              <a:rPr lang="en-US" sz="1100" b="1" spc="112" dirty="0">
                <a:solidFill>
                  <a:srgbClr val="4B4B4B"/>
                </a:solidFill>
                <a:latin typeface="Montserrat Classic Bold" panose="020B0604020202020204" charset="0"/>
                <a:ea typeface="Montserrat Light Bold"/>
                <a:cs typeface="Montserrat Light Bold"/>
                <a:sym typeface="Montserrat Light Bold"/>
              </a:rPr>
              <a:t>AWARDED TO</a:t>
            </a:r>
          </a:p>
        </p:txBody>
      </p:sp>
      <p:sp>
        <p:nvSpPr>
          <p:cNvPr id="36" name="TextBox 19">
            <a:extLst>
              <a:ext uri="{FF2B5EF4-FFF2-40B4-BE49-F238E27FC236}">
                <a16:creationId xmlns:a16="http://schemas.microsoft.com/office/drawing/2014/main" id="{201D24CB-305A-4B1B-37D3-A3A0FF052046}"/>
              </a:ext>
            </a:extLst>
          </p:cNvPr>
          <p:cNvSpPr txBox="1"/>
          <p:nvPr/>
        </p:nvSpPr>
        <p:spPr>
          <a:xfrm>
            <a:off x="1007599" y="2990209"/>
            <a:ext cx="7128802" cy="787267"/>
          </a:xfrm>
          <a:prstGeom prst="rect">
            <a:avLst/>
          </a:prstGeom>
        </p:spPr>
        <p:txBody>
          <a:bodyPr lIns="0" tIns="0" rIns="0" bIns="0" rtlCol="0" anchor="t">
            <a:spAutoFit/>
          </a:bodyPr>
          <a:lstStyle/>
          <a:p>
            <a:pPr algn="ctr">
              <a:lnSpc>
                <a:spcPts val="3264"/>
              </a:lnSpc>
            </a:pPr>
            <a:r>
              <a:rPr lang="en-US" sz="1600" b="1" dirty="0">
                <a:latin typeface="Montserrat Classic Bold" panose="020B0604020202020204" charset="0"/>
              </a:rPr>
              <a:t>CSDL</a:t>
            </a:r>
            <a:r>
              <a:rPr lang="en-US" sz="1600" b="1" spc="240" dirty="0">
                <a:solidFill>
                  <a:srgbClr val="4B4B4B"/>
                </a:solidFill>
                <a:latin typeface="Montserrat Classic Bold" panose="020B0604020202020204" charset="0"/>
                <a:ea typeface="Montserrat Classic Bold"/>
                <a:cs typeface="Montserrat Classic Bold"/>
                <a:sym typeface="Montserrat Classic Bold"/>
              </a:rPr>
              <a:t> </a:t>
            </a:r>
            <a:r>
              <a:rPr lang="en-US" sz="1600" b="1" spc="240" dirty="0">
                <a:solidFill>
                  <a:srgbClr val="4B4B4B"/>
                </a:solidFill>
                <a:latin typeface="Montserrat Classic Bold"/>
                <a:ea typeface="Montserrat Classic Bold"/>
                <a:cs typeface="Montserrat Classic Bold"/>
                <a:sym typeface="Montserrat Classic Bold"/>
              </a:rPr>
              <a:t>– </a:t>
            </a:r>
            <a:r>
              <a:rPr lang="en-US" sz="1600" b="1" dirty="0">
                <a:latin typeface="Montserrat Classic Bold" panose="020B0604020202020204" charset="0"/>
              </a:rPr>
              <a:t>Pohang University of Science and Technology</a:t>
            </a:r>
          </a:p>
          <a:p>
            <a:pPr algn="ctr">
              <a:lnSpc>
                <a:spcPts val="3264"/>
              </a:lnSpc>
            </a:pPr>
            <a:endParaRPr lang="en-US" sz="1600" b="1" spc="240" dirty="0">
              <a:solidFill>
                <a:srgbClr val="4B4B4B"/>
              </a:solidFill>
              <a:latin typeface="Montserrat Classic Bold"/>
              <a:ea typeface="Montserrat Classic Bold"/>
              <a:cs typeface="Montserrat Classic Bold"/>
              <a:sym typeface="Montserrat Classic Bold"/>
            </a:endParaRPr>
          </a:p>
        </p:txBody>
      </p:sp>
      <p:sp>
        <p:nvSpPr>
          <p:cNvPr id="37" name="TextBox 21">
            <a:extLst>
              <a:ext uri="{FF2B5EF4-FFF2-40B4-BE49-F238E27FC236}">
                <a16:creationId xmlns:a16="http://schemas.microsoft.com/office/drawing/2014/main" id="{7CFEABFC-7E9D-CA24-E286-35A7DD68C39C}"/>
              </a:ext>
            </a:extLst>
          </p:cNvPr>
          <p:cNvSpPr txBox="1"/>
          <p:nvPr/>
        </p:nvSpPr>
        <p:spPr>
          <a:xfrm>
            <a:off x="44661" y="3645923"/>
            <a:ext cx="9054678" cy="738664"/>
          </a:xfrm>
          <a:prstGeom prst="rect">
            <a:avLst/>
          </a:prstGeom>
        </p:spPr>
        <p:txBody>
          <a:bodyPr lIns="0" tIns="0" rIns="0" bIns="0" rtlCol="0" anchor="t">
            <a:spAutoFit/>
          </a:bodyPr>
          <a:lstStyle/>
          <a:p>
            <a:pPr algn="ctr" fontAlgn="t"/>
            <a:r>
              <a:rPr lang="en-US" sz="1600" dirty="0" err="1">
                <a:latin typeface="Script MT Bold" panose="03040602040607080904" pitchFamily="66" charset="0"/>
              </a:rPr>
              <a:t>Howoo</a:t>
            </a:r>
            <a:r>
              <a:rPr lang="en-US" sz="1600" dirty="0">
                <a:latin typeface="Script MT Bold" panose="03040602040607080904" pitchFamily="66" charset="0"/>
              </a:rPr>
              <a:t> Jang, </a:t>
            </a:r>
            <a:r>
              <a:rPr lang="en-US" sz="1600" dirty="0" err="1">
                <a:latin typeface="Script MT Bold" panose="03040602040607080904" pitchFamily="66" charset="0"/>
              </a:rPr>
              <a:t>Kyungjun</a:t>
            </a:r>
            <a:r>
              <a:rPr lang="en-US" sz="1600" dirty="0">
                <a:latin typeface="Script MT Bold" panose="03040602040607080904" pitchFamily="66" charset="0"/>
              </a:rPr>
              <a:t> Min, </a:t>
            </a:r>
            <a:r>
              <a:rPr lang="en-US" sz="1600" dirty="0" err="1">
                <a:latin typeface="Script MT Bold" panose="03040602040607080904" pitchFamily="66" charset="0"/>
              </a:rPr>
              <a:t>Jeyeong</a:t>
            </a:r>
            <a:r>
              <a:rPr lang="en-US" sz="1600" dirty="0">
                <a:latin typeface="Script MT Bold" panose="03040602040607080904" pitchFamily="66" charset="0"/>
              </a:rPr>
              <a:t> Park, </a:t>
            </a:r>
            <a:r>
              <a:rPr lang="en-US" sz="1600" dirty="0" err="1">
                <a:latin typeface="Script MT Bold" panose="03040602040607080904" pitchFamily="66" charset="0"/>
              </a:rPr>
              <a:t>Junhwan</a:t>
            </a:r>
            <a:r>
              <a:rPr lang="en-US" sz="1600" dirty="0">
                <a:latin typeface="Script MT Bold" panose="03040602040607080904" pitchFamily="66" charset="0"/>
              </a:rPr>
              <a:t> Jang, </a:t>
            </a:r>
            <a:r>
              <a:rPr lang="en-US" sz="1600" dirty="0" err="1">
                <a:latin typeface="Script MT Bold" panose="03040602040607080904" pitchFamily="66" charset="0"/>
              </a:rPr>
              <a:t>Yeonwoo</a:t>
            </a:r>
            <a:r>
              <a:rPr lang="en-US" sz="1600" dirty="0">
                <a:latin typeface="Script MT Bold" panose="03040602040607080904" pitchFamily="66" charset="0"/>
              </a:rPr>
              <a:t> Shim, </a:t>
            </a:r>
          </a:p>
          <a:p>
            <a:pPr algn="ctr" fontAlgn="t"/>
            <a:r>
              <a:rPr lang="en-US" sz="1600" dirty="0" err="1">
                <a:latin typeface="Script MT Bold" panose="03040602040607080904" pitchFamily="66" charset="0"/>
              </a:rPr>
              <a:t>Jeonghyun</a:t>
            </a:r>
            <a:r>
              <a:rPr lang="en-US" sz="1600" dirty="0">
                <a:latin typeface="Script MT Bold" panose="03040602040607080904" pitchFamily="66" charset="0"/>
              </a:rPr>
              <a:t> Choi, </a:t>
            </a:r>
            <a:r>
              <a:rPr lang="en-US" sz="1600" dirty="0" err="1">
                <a:latin typeface="Script MT Bold" panose="03040602040607080904" pitchFamily="66" charset="0"/>
              </a:rPr>
              <a:t>Sieun</a:t>
            </a:r>
            <a:r>
              <a:rPr lang="en-US" sz="1600" dirty="0">
                <a:latin typeface="Script MT Bold" panose="03040602040607080904" pitchFamily="66" charset="0"/>
              </a:rPr>
              <a:t> Kang, Hayoung Shin, </a:t>
            </a:r>
            <a:r>
              <a:rPr lang="en-US" sz="1600" dirty="0" err="1">
                <a:latin typeface="Script MT Bold" panose="03040602040607080904" pitchFamily="66" charset="0"/>
              </a:rPr>
              <a:t>Mungyu</a:t>
            </a:r>
            <a:r>
              <a:rPr lang="en-US" sz="1600" dirty="0">
                <a:latin typeface="Script MT Bold" panose="03040602040607080904" pitchFamily="66" charset="0"/>
              </a:rPr>
              <a:t> Choi</a:t>
            </a:r>
          </a:p>
          <a:p>
            <a:pPr algn="ctr"/>
            <a:endParaRPr lang="en-US" sz="1600" dirty="0">
              <a:solidFill>
                <a:srgbClr val="4B4B4B"/>
              </a:solidFill>
              <a:latin typeface="Script MT Bold" panose="03040602040607080904" pitchFamily="66" charset="0"/>
              <a:ea typeface="Sloop Script Pro"/>
              <a:cs typeface="Sloop Script Pro"/>
              <a:sym typeface="Sloop Script Pro"/>
            </a:endParaRPr>
          </a:p>
        </p:txBody>
      </p:sp>
    </p:spTree>
    <p:extLst>
      <p:ext uri="{BB962C8B-B14F-4D97-AF65-F5344CB8AC3E}">
        <p14:creationId xmlns:p14="http://schemas.microsoft.com/office/powerpoint/2010/main" val="2965946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A9142F1C-CFE6-320A-7029-2A34A9B0BEEF}"/>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438D8CD1-D1B3-9941-C1E3-2AE98DFA5D2D}"/>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72BDB6A4-95A7-C10E-ACF9-9BEFC013624D}"/>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Third Place – Congratulations!</a:t>
            </a:r>
          </a:p>
        </p:txBody>
      </p:sp>
      <p:grpSp>
        <p:nvGrpSpPr>
          <p:cNvPr id="31" name="Group 3">
            <a:extLst>
              <a:ext uri="{FF2B5EF4-FFF2-40B4-BE49-F238E27FC236}">
                <a16:creationId xmlns:a16="http://schemas.microsoft.com/office/drawing/2014/main" id="{3374358B-D96D-499F-2762-27ECA977E32A}"/>
              </a:ext>
            </a:extLst>
          </p:cNvPr>
          <p:cNvGrpSpPr/>
          <p:nvPr/>
        </p:nvGrpSpPr>
        <p:grpSpPr>
          <a:xfrm>
            <a:off x="228600" y="662312"/>
            <a:ext cx="8234680" cy="1112264"/>
            <a:chOff x="0" y="427077"/>
            <a:chExt cx="11338560" cy="1367594"/>
          </a:xfrm>
        </p:grpSpPr>
        <p:sp>
          <p:nvSpPr>
            <p:cNvPr id="32" name="Freeform 4">
              <a:extLst>
                <a:ext uri="{FF2B5EF4-FFF2-40B4-BE49-F238E27FC236}">
                  <a16:creationId xmlns:a16="http://schemas.microsoft.com/office/drawing/2014/main" id="{35C88E20-C2E1-9E5E-DBB1-300C6BD253A3}"/>
                </a:ext>
              </a:extLst>
            </p:cNvPr>
            <p:cNvSpPr/>
            <p:nvPr/>
          </p:nvSpPr>
          <p:spPr>
            <a:xfrm>
              <a:off x="4913841" y="427077"/>
              <a:ext cx="1643924" cy="664058"/>
            </a:xfrm>
            <a:custGeom>
              <a:avLst/>
              <a:gdLst/>
              <a:ahLst/>
              <a:cxnLst/>
              <a:rect l="l" t="t" r="r" b="b"/>
              <a:pathLst>
                <a:path w="2133920" h="1027259">
                  <a:moveTo>
                    <a:pt x="0" y="0"/>
                  </a:moveTo>
                  <a:lnTo>
                    <a:pt x="2133919" y="0"/>
                  </a:lnTo>
                  <a:lnTo>
                    <a:pt x="2133919" y="1027259"/>
                  </a:lnTo>
                  <a:lnTo>
                    <a:pt x="0" y="1027259"/>
                  </a:lnTo>
                  <a:lnTo>
                    <a:pt x="0" y="0"/>
                  </a:lnTo>
                  <a:close/>
                </a:path>
              </a:pathLst>
            </a:custGeom>
            <a:blipFill>
              <a:blip r:embed="rId3"/>
              <a:stretch>
                <a:fillRect/>
              </a:stretch>
            </a:blipFill>
          </p:spPr>
          <p:txBody>
            <a:bodyPr/>
            <a:lstStyle/>
            <a:p>
              <a:endParaRPr lang="en-US"/>
            </a:p>
          </p:txBody>
        </p:sp>
        <p:sp>
          <p:nvSpPr>
            <p:cNvPr id="33" name="TextBox 5">
              <a:extLst>
                <a:ext uri="{FF2B5EF4-FFF2-40B4-BE49-F238E27FC236}">
                  <a16:creationId xmlns:a16="http://schemas.microsoft.com/office/drawing/2014/main" id="{5A08F515-565D-3D2B-F7F5-EC828F83C63A}"/>
                </a:ext>
              </a:extLst>
            </p:cNvPr>
            <p:cNvSpPr txBox="1"/>
            <p:nvPr/>
          </p:nvSpPr>
          <p:spPr>
            <a:xfrm>
              <a:off x="0" y="1189183"/>
              <a:ext cx="11338560" cy="605488"/>
            </a:xfrm>
            <a:prstGeom prst="rect">
              <a:avLst/>
            </a:prstGeom>
          </p:spPr>
          <p:txBody>
            <a:bodyPr lIns="0" tIns="0" rIns="0" bIns="0" rtlCol="0" anchor="t">
              <a:spAutoFit/>
            </a:bodyPr>
            <a:lstStyle/>
            <a:p>
              <a:pPr algn="ctr"/>
              <a:r>
                <a:rPr lang="en-US" sz="1200" b="1" spc="265" dirty="0">
                  <a:solidFill>
                    <a:srgbClr val="4B4B4B"/>
                  </a:solidFill>
                  <a:latin typeface="Montserrat Classic Bold"/>
                  <a:ea typeface="Montserrat Classic Bold"/>
                  <a:cs typeface="Montserrat Classic Bold"/>
                  <a:sym typeface="Montserrat Classic Bold"/>
                </a:rPr>
                <a:t>MLCAD SYMPOSIUM 2025</a:t>
              </a:r>
            </a:p>
            <a:p>
              <a:pPr algn="ctr"/>
              <a:r>
                <a:rPr lang="en-US" sz="1000" b="1" spc="228" dirty="0">
                  <a:solidFill>
                    <a:srgbClr val="4B4B4B"/>
                  </a:solidFill>
                  <a:latin typeface="Montserrat Classic Bold"/>
                  <a:ea typeface="Montserrat Classic Bold"/>
                  <a:cs typeface="Montserrat Classic Bold"/>
                  <a:sym typeface="Montserrat Classic Bold"/>
                </a:rPr>
                <a:t>7th ACM/IEEE International Symposium on Machine Learning for CAD</a:t>
              </a:r>
            </a:p>
            <a:p>
              <a:pPr algn="ctr">
                <a:spcBef>
                  <a:spcPct val="0"/>
                </a:spcBef>
              </a:pPr>
              <a:r>
                <a:rPr lang="en-US" sz="1000" b="1" spc="228" dirty="0">
                  <a:solidFill>
                    <a:srgbClr val="4B4B4B"/>
                  </a:solidFill>
                  <a:latin typeface="Montserrat Classic Bold"/>
                  <a:ea typeface="Montserrat Classic Bold"/>
                  <a:cs typeface="Montserrat Classic Bold"/>
                  <a:sym typeface="Montserrat Classic Bold"/>
                </a:rPr>
                <a:t>September 8-10, 2025 | SANTA CRUZ, CALIFORNIA</a:t>
              </a:r>
            </a:p>
          </p:txBody>
        </p:sp>
      </p:grpSp>
      <p:sp>
        <p:nvSpPr>
          <p:cNvPr id="34" name="TextBox 19">
            <a:extLst>
              <a:ext uri="{FF2B5EF4-FFF2-40B4-BE49-F238E27FC236}">
                <a16:creationId xmlns:a16="http://schemas.microsoft.com/office/drawing/2014/main" id="{958AF662-99B8-AEE4-C5FC-F3AC186574C0}"/>
              </a:ext>
            </a:extLst>
          </p:cNvPr>
          <p:cNvSpPr txBox="1"/>
          <p:nvPr/>
        </p:nvSpPr>
        <p:spPr>
          <a:xfrm>
            <a:off x="1007599" y="1783319"/>
            <a:ext cx="7128802" cy="615553"/>
          </a:xfrm>
          <a:prstGeom prst="rect">
            <a:avLst/>
          </a:prstGeom>
        </p:spPr>
        <p:txBody>
          <a:bodyPr lIns="0" tIns="0" rIns="0" bIns="0" rtlCol="0" anchor="t">
            <a:spAutoFit/>
          </a:bodyPr>
          <a:lstStyle/>
          <a:p>
            <a:pPr algn="ctr"/>
            <a:endParaRPr lang="en-US" sz="2000" b="1" spc="240" dirty="0">
              <a:solidFill>
                <a:srgbClr val="4B4B4B"/>
              </a:solidFill>
              <a:latin typeface="Montserrat Classic Bold"/>
              <a:ea typeface="Montserrat Classic Bold"/>
              <a:cs typeface="Montserrat Classic Bold"/>
              <a:sym typeface="Montserrat Classic Bold"/>
            </a:endParaRPr>
          </a:p>
          <a:p>
            <a:pPr algn="ctr"/>
            <a:r>
              <a:rPr lang="en-US" sz="2000" b="1" spc="240" dirty="0">
                <a:solidFill>
                  <a:srgbClr val="4B4B4B"/>
                </a:solidFill>
                <a:latin typeface="Montserrat Classic Bold"/>
                <a:ea typeface="Montserrat Classic Bold"/>
                <a:cs typeface="Montserrat Classic Bold"/>
                <a:sym typeface="Montserrat Classic Bold"/>
              </a:rPr>
              <a:t>MLCAD 2025 Contest On </a:t>
            </a:r>
            <a:r>
              <a:rPr lang="en-US" sz="2000" b="1" spc="240" dirty="0" err="1">
                <a:solidFill>
                  <a:srgbClr val="4B4B4B"/>
                </a:solidFill>
                <a:latin typeface="Montserrat Classic Bold"/>
                <a:ea typeface="Montserrat Classic Bold"/>
                <a:cs typeface="Montserrat Classic Bold"/>
                <a:sym typeface="Montserrat Classic Bold"/>
              </a:rPr>
              <a:t>ReSynthAI</a:t>
            </a:r>
            <a:endParaRPr lang="en-US" sz="2000" b="1" spc="240" dirty="0">
              <a:solidFill>
                <a:srgbClr val="4B4B4B"/>
              </a:solidFill>
              <a:latin typeface="Montserrat Classic Bold"/>
              <a:ea typeface="Montserrat Classic Bold"/>
              <a:cs typeface="Montserrat Classic Bold"/>
              <a:sym typeface="Montserrat Classic Bold"/>
            </a:endParaRPr>
          </a:p>
        </p:txBody>
      </p:sp>
      <p:sp>
        <p:nvSpPr>
          <p:cNvPr id="35" name="TextBox 20">
            <a:extLst>
              <a:ext uri="{FF2B5EF4-FFF2-40B4-BE49-F238E27FC236}">
                <a16:creationId xmlns:a16="http://schemas.microsoft.com/office/drawing/2014/main" id="{F1048CEB-53B8-D9A4-706E-EE03826D1330}"/>
              </a:ext>
            </a:extLst>
          </p:cNvPr>
          <p:cNvSpPr txBox="1"/>
          <p:nvPr/>
        </p:nvSpPr>
        <p:spPr>
          <a:xfrm>
            <a:off x="2195557" y="2475185"/>
            <a:ext cx="4397392" cy="512191"/>
          </a:xfrm>
          <a:prstGeom prst="rect">
            <a:avLst/>
          </a:prstGeom>
        </p:spPr>
        <p:txBody>
          <a:bodyPr lIns="0" tIns="0" rIns="0" bIns="0" rtlCol="0" anchor="t">
            <a:spAutoFit/>
          </a:bodyPr>
          <a:lstStyle/>
          <a:p>
            <a:pPr algn="ctr">
              <a:lnSpc>
                <a:spcPts val="2128"/>
              </a:lnSpc>
            </a:pPr>
            <a:r>
              <a:rPr lang="en-US" b="1" spc="112" dirty="0">
                <a:solidFill>
                  <a:srgbClr val="4B4B4B"/>
                </a:solidFill>
                <a:latin typeface="Montserrat Classic Bold" panose="020B0604020202020204" charset="0"/>
                <a:ea typeface="Montserrat Light Bold"/>
                <a:cs typeface="Montserrat Light Bold"/>
                <a:sym typeface="Montserrat Light Bold"/>
              </a:rPr>
              <a:t>FIRST PLACE</a:t>
            </a:r>
          </a:p>
          <a:p>
            <a:pPr algn="ctr">
              <a:lnSpc>
                <a:spcPts val="2128"/>
              </a:lnSpc>
            </a:pPr>
            <a:r>
              <a:rPr lang="en-US" sz="1100" b="1" spc="112" dirty="0">
                <a:solidFill>
                  <a:srgbClr val="4B4B4B"/>
                </a:solidFill>
                <a:latin typeface="Montserrat Classic Bold" panose="020B0604020202020204" charset="0"/>
                <a:ea typeface="Montserrat Light Bold"/>
                <a:cs typeface="Montserrat Light Bold"/>
                <a:sym typeface="Montserrat Light Bold"/>
              </a:rPr>
              <a:t>AWARDED TO</a:t>
            </a:r>
          </a:p>
        </p:txBody>
      </p:sp>
      <p:sp>
        <p:nvSpPr>
          <p:cNvPr id="36" name="TextBox 19">
            <a:extLst>
              <a:ext uri="{FF2B5EF4-FFF2-40B4-BE49-F238E27FC236}">
                <a16:creationId xmlns:a16="http://schemas.microsoft.com/office/drawing/2014/main" id="{7C22EA37-084B-0E8C-40BE-C29831693177}"/>
              </a:ext>
            </a:extLst>
          </p:cNvPr>
          <p:cNvSpPr txBox="1"/>
          <p:nvPr/>
        </p:nvSpPr>
        <p:spPr>
          <a:xfrm>
            <a:off x="1007599" y="2990209"/>
            <a:ext cx="7128802" cy="787267"/>
          </a:xfrm>
          <a:prstGeom prst="rect">
            <a:avLst/>
          </a:prstGeom>
        </p:spPr>
        <p:txBody>
          <a:bodyPr lIns="0" tIns="0" rIns="0" bIns="0" rtlCol="0" anchor="t">
            <a:spAutoFit/>
          </a:bodyPr>
          <a:lstStyle/>
          <a:p>
            <a:pPr algn="ctr">
              <a:lnSpc>
                <a:spcPts val="3264"/>
              </a:lnSpc>
            </a:pPr>
            <a:r>
              <a:rPr lang="en-US" sz="1600" b="1" spc="240" dirty="0" err="1">
                <a:solidFill>
                  <a:srgbClr val="4B4B4B"/>
                </a:solidFill>
                <a:latin typeface="Montserrat Classic Bold" panose="020B0604020202020204" charset="0"/>
                <a:ea typeface="Montserrat Classic Bold"/>
                <a:cs typeface="Montserrat Classic Bold"/>
                <a:sym typeface="Montserrat Classic Bold"/>
              </a:rPr>
              <a:t>PhyMap</a:t>
            </a:r>
            <a:r>
              <a:rPr lang="en-US" sz="1600" b="1" spc="240" dirty="0">
                <a:solidFill>
                  <a:srgbClr val="4B4B4B"/>
                </a:solidFill>
                <a:latin typeface="Montserrat Classic Bold" panose="020B0604020202020204" charset="0"/>
                <a:ea typeface="Montserrat Classic Bold"/>
                <a:cs typeface="Montserrat Classic Bold"/>
                <a:sym typeface="Montserrat Classic Bold"/>
              </a:rPr>
              <a:t> </a:t>
            </a:r>
            <a:r>
              <a:rPr lang="en-US" sz="1600" b="1" spc="240" dirty="0">
                <a:solidFill>
                  <a:srgbClr val="4B4B4B"/>
                </a:solidFill>
                <a:latin typeface="Montserrat Classic Bold"/>
                <a:ea typeface="Montserrat Classic Bold"/>
                <a:cs typeface="Montserrat Classic Bold"/>
                <a:sym typeface="Montserrat Classic Bold"/>
              </a:rPr>
              <a:t>– </a:t>
            </a:r>
            <a:r>
              <a:rPr lang="en-US" sz="1600" b="1" dirty="0">
                <a:latin typeface="Montserrat Classic Bold" panose="020B0604020202020204" charset="0"/>
              </a:rPr>
              <a:t>Fudan University</a:t>
            </a:r>
            <a:endParaRPr lang="en-TW" sz="1600" b="1" dirty="0">
              <a:latin typeface="Montserrat Classic Bold" panose="020B0604020202020204" charset="0"/>
            </a:endParaRPr>
          </a:p>
          <a:p>
            <a:pPr algn="ctr">
              <a:lnSpc>
                <a:spcPts val="3264"/>
              </a:lnSpc>
            </a:pPr>
            <a:endParaRPr lang="en-US" sz="1600" b="1" spc="240" dirty="0">
              <a:solidFill>
                <a:srgbClr val="4B4B4B"/>
              </a:solidFill>
              <a:latin typeface="Montserrat Classic Bold"/>
              <a:ea typeface="Montserrat Classic Bold"/>
              <a:cs typeface="Montserrat Classic Bold"/>
              <a:sym typeface="Montserrat Classic Bold"/>
            </a:endParaRPr>
          </a:p>
        </p:txBody>
      </p:sp>
      <p:sp>
        <p:nvSpPr>
          <p:cNvPr id="37" name="TextBox 21">
            <a:extLst>
              <a:ext uri="{FF2B5EF4-FFF2-40B4-BE49-F238E27FC236}">
                <a16:creationId xmlns:a16="http://schemas.microsoft.com/office/drawing/2014/main" id="{555878C0-8520-EA1D-0FA2-1357C3F24F07}"/>
              </a:ext>
            </a:extLst>
          </p:cNvPr>
          <p:cNvSpPr txBox="1"/>
          <p:nvPr/>
        </p:nvSpPr>
        <p:spPr>
          <a:xfrm>
            <a:off x="44661" y="3645923"/>
            <a:ext cx="9054678" cy="246221"/>
          </a:xfrm>
          <a:prstGeom prst="rect">
            <a:avLst/>
          </a:prstGeom>
        </p:spPr>
        <p:txBody>
          <a:bodyPr lIns="0" tIns="0" rIns="0" bIns="0" rtlCol="0" anchor="t">
            <a:spAutoFit/>
          </a:bodyPr>
          <a:lstStyle/>
          <a:p>
            <a:pPr algn="ctr" fontAlgn="t"/>
            <a:r>
              <a:rPr lang="en-US" sz="1600" dirty="0" err="1">
                <a:latin typeface="Script MT Bold" panose="03040602040607080904" pitchFamily="66" charset="0"/>
              </a:rPr>
              <a:t>Hongyang</a:t>
            </a:r>
            <a:r>
              <a:rPr lang="en-US" sz="1600" dirty="0">
                <a:latin typeface="Script MT Bold" panose="03040602040607080904" pitchFamily="66" charset="0"/>
              </a:rPr>
              <a:t> Pan, </a:t>
            </a:r>
            <a:r>
              <a:rPr lang="en-US" sz="1600" dirty="0" err="1">
                <a:latin typeface="Script MT Bold" panose="03040602040607080904" pitchFamily="66" charset="0"/>
              </a:rPr>
              <a:t>Cunqing</a:t>
            </a:r>
            <a:r>
              <a:rPr lang="en-US" sz="1600" dirty="0">
                <a:latin typeface="Script MT Bold" panose="03040602040607080904" pitchFamily="66" charset="0"/>
              </a:rPr>
              <a:t> Lan, </a:t>
            </a:r>
            <a:r>
              <a:rPr lang="en-US" sz="1600" dirty="0" err="1">
                <a:latin typeface="Script MT Bold" panose="03040602040607080904" pitchFamily="66" charset="0"/>
              </a:rPr>
              <a:t>Zhiang</a:t>
            </a:r>
            <a:r>
              <a:rPr lang="en-US" sz="1600" dirty="0">
                <a:latin typeface="Script MT Bold" panose="03040602040607080904" pitchFamily="66" charset="0"/>
              </a:rPr>
              <a:t> Wang, Keren Zhu</a:t>
            </a:r>
          </a:p>
        </p:txBody>
      </p:sp>
    </p:spTree>
    <p:extLst>
      <p:ext uri="{BB962C8B-B14F-4D97-AF65-F5344CB8AC3E}">
        <p14:creationId xmlns:p14="http://schemas.microsoft.com/office/powerpoint/2010/main" val="2945425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99D9C2DB-0631-24F4-7C43-1D7491A4220F}"/>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2BE916F0-3B4A-51B8-E015-60B2FF5081BE}"/>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04E7E003-15E4-2AAD-4051-AC2DA9FEA8C7}"/>
              </a:ext>
            </a:extLst>
          </p:cNvPr>
          <p:cNvSpPr txBox="1">
            <a:spLocks noGrp="1"/>
          </p:cNvSpPr>
          <p:nvPr>
            <p:ph type="title"/>
          </p:nvPr>
        </p:nvSpPr>
        <p:spPr>
          <a:xfrm>
            <a:off x="2898322" y="2132838"/>
            <a:ext cx="3347357" cy="438912"/>
          </a:xfrm>
          <a:prstGeom prst="rect">
            <a:avLst/>
          </a:prstGeom>
          <a:noFill/>
          <a:ln>
            <a:noFill/>
          </a:ln>
        </p:spPr>
        <p:txBody>
          <a:bodyPr spcFirstLastPara="1" wrap="square" lIns="69050" tIns="34525" rIns="69050" bIns="34525" anchor="ctr" anchorCtr="0">
            <a:noAutofit/>
          </a:bodyPr>
          <a:lstStyle/>
          <a:p>
            <a:pPr algn="ctr">
              <a:lnSpc>
                <a:spcPct val="87500"/>
              </a:lnSpc>
            </a:pPr>
            <a:r>
              <a:rPr lang="en-US" sz="3200" dirty="0">
                <a:solidFill>
                  <a:schemeClr val="tx1"/>
                </a:solidFill>
              </a:rPr>
              <a:t>THANK YOU </a:t>
            </a:r>
            <a:r>
              <a:rPr lang="en-US" sz="3200" dirty="0">
                <a:solidFill>
                  <a:schemeClr val="tx1"/>
                </a:solidFill>
                <a:sym typeface="Wingdings" panose="05000000000000000000" pitchFamily="2" charset="2"/>
              </a:rPr>
              <a:t></a:t>
            </a:r>
            <a:endParaRPr lang="en-US" sz="3200" dirty="0">
              <a:solidFill>
                <a:schemeClr val="tx1"/>
              </a:solidFill>
            </a:endParaRPr>
          </a:p>
        </p:txBody>
      </p:sp>
    </p:spTree>
    <p:extLst>
      <p:ext uri="{BB962C8B-B14F-4D97-AF65-F5344CB8AC3E}">
        <p14:creationId xmlns:p14="http://schemas.microsoft.com/office/powerpoint/2010/main" val="4155141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FCEA737F-7895-D4E6-B9F7-75D11C13D945}"/>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C1EBF74F-51D6-4190-E061-E7095E53BDF7}"/>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3520F532-17D5-5FAD-1A76-C872BA613241}"/>
              </a:ext>
            </a:extLst>
          </p:cNvPr>
          <p:cNvSpPr txBox="1">
            <a:spLocks noGrp="1"/>
          </p:cNvSpPr>
          <p:nvPr>
            <p:ph type="title"/>
          </p:nvPr>
        </p:nvSpPr>
        <p:spPr>
          <a:xfrm>
            <a:off x="3471454" y="2132838"/>
            <a:ext cx="2201091" cy="438912"/>
          </a:xfrm>
          <a:prstGeom prst="rect">
            <a:avLst/>
          </a:prstGeom>
          <a:noFill/>
          <a:ln>
            <a:noFill/>
          </a:ln>
        </p:spPr>
        <p:txBody>
          <a:bodyPr spcFirstLastPara="1" wrap="square" lIns="69050" tIns="34525" rIns="69050" bIns="34525" anchor="ctr" anchorCtr="0">
            <a:noAutofit/>
          </a:bodyPr>
          <a:lstStyle/>
          <a:p>
            <a:pPr algn="ctr">
              <a:lnSpc>
                <a:spcPct val="87500"/>
              </a:lnSpc>
            </a:pPr>
            <a:r>
              <a:rPr lang="en-US" dirty="0">
                <a:solidFill>
                  <a:schemeClr val="tx1"/>
                </a:solidFill>
              </a:rPr>
              <a:t>Backup slides</a:t>
            </a:r>
          </a:p>
        </p:txBody>
      </p:sp>
    </p:spTree>
    <p:extLst>
      <p:ext uri="{BB962C8B-B14F-4D97-AF65-F5344CB8AC3E}">
        <p14:creationId xmlns:p14="http://schemas.microsoft.com/office/powerpoint/2010/main" val="1067262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6C721340-71CF-EF52-F99F-367DA289A864}"/>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49441820-956E-A9C1-439A-888E49C4EEE9}"/>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CB47BA0B-BF4F-B798-AB3B-CF3222CF13ED}"/>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Third Place – Congratulations!</a:t>
            </a:r>
          </a:p>
        </p:txBody>
      </p:sp>
      <p:graphicFrame>
        <p:nvGraphicFramePr>
          <p:cNvPr id="3" name="Table 2">
            <a:extLst>
              <a:ext uri="{FF2B5EF4-FFF2-40B4-BE49-F238E27FC236}">
                <a16:creationId xmlns:a16="http://schemas.microsoft.com/office/drawing/2014/main" id="{FDFF0307-76C9-2FCF-EB75-E9D1CD52F3E2}"/>
              </a:ext>
            </a:extLst>
          </p:cNvPr>
          <p:cNvGraphicFramePr>
            <a:graphicFrameLocks noGrp="1"/>
          </p:cNvGraphicFramePr>
          <p:nvPr>
            <p:extLst>
              <p:ext uri="{D42A27DB-BD31-4B8C-83A1-F6EECF244321}">
                <p14:modId xmlns:p14="http://schemas.microsoft.com/office/powerpoint/2010/main" val="2904413244"/>
              </p:ext>
            </p:extLst>
          </p:nvPr>
        </p:nvGraphicFramePr>
        <p:xfrm>
          <a:off x="803113" y="1559923"/>
          <a:ext cx="7537774" cy="1706880"/>
        </p:xfrm>
        <a:graphic>
          <a:graphicData uri="http://schemas.openxmlformats.org/drawingml/2006/table">
            <a:tbl>
              <a:tblPr firstRow="1" bandRow="1">
                <a:tableStyleId>{120689D0-9147-4A1C-99F4-CA74DEAAB193}</a:tableStyleId>
              </a:tblPr>
              <a:tblGrid>
                <a:gridCol w="1655379">
                  <a:extLst>
                    <a:ext uri="{9D8B030D-6E8A-4147-A177-3AD203B41FA5}">
                      <a16:colId xmlns:a16="http://schemas.microsoft.com/office/drawing/2014/main" val="3184603322"/>
                    </a:ext>
                  </a:extLst>
                </a:gridCol>
                <a:gridCol w="2411730">
                  <a:extLst>
                    <a:ext uri="{9D8B030D-6E8A-4147-A177-3AD203B41FA5}">
                      <a16:colId xmlns:a16="http://schemas.microsoft.com/office/drawing/2014/main" val="630673157"/>
                    </a:ext>
                  </a:extLst>
                </a:gridCol>
                <a:gridCol w="3470665">
                  <a:extLst>
                    <a:ext uri="{9D8B030D-6E8A-4147-A177-3AD203B41FA5}">
                      <a16:colId xmlns:a16="http://schemas.microsoft.com/office/drawing/2014/main" val="3050450939"/>
                    </a:ext>
                  </a:extLst>
                </a:gridCol>
              </a:tblGrid>
              <a:tr h="0">
                <a:tc>
                  <a:txBody>
                    <a:bodyPr/>
                    <a:lstStyle/>
                    <a:p>
                      <a:pPr algn="ctr" fontAlgn="ctr"/>
                      <a:r>
                        <a:rPr lang="en-US" sz="1400" b="1" i="0" u="none" strike="noStrike" dirty="0">
                          <a:solidFill>
                            <a:schemeClr val="accent2"/>
                          </a:solidFill>
                          <a:effectLst/>
                          <a:latin typeface="+mj-lt"/>
                        </a:rPr>
                        <a:t>Team name</a:t>
                      </a:r>
                    </a:p>
                  </a:txBody>
                  <a:tcPr marL="7620" marR="7620" marT="7620" marB="0" anchor="ctr"/>
                </a:tc>
                <a:tc>
                  <a:txBody>
                    <a:bodyPr/>
                    <a:lstStyle/>
                    <a:p>
                      <a:pPr algn="ctr" fontAlgn="ctr"/>
                      <a:r>
                        <a:rPr lang="en-US" sz="1400" b="1" i="0" u="none" strike="noStrike" dirty="0">
                          <a:solidFill>
                            <a:schemeClr val="accent2"/>
                          </a:solidFill>
                          <a:effectLst/>
                          <a:latin typeface="+mj-lt"/>
                        </a:rPr>
                        <a:t>Team members</a:t>
                      </a:r>
                    </a:p>
                  </a:txBody>
                  <a:tcPr marL="7620" marR="7620" marT="7620" marB="0" anchor="ctr"/>
                </a:tc>
                <a:tc>
                  <a:txBody>
                    <a:bodyPr/>
                    <a:lstStyle/>
                    <a:p>
                      <a:pPr algn="ctr" fontAlgn="ctr"/>
                      <a:r>
                        <a:rPr lang="en-US" sz="1400" b="1" i="0" u="none" strike="noStrike" dirty="0">
                          <a:solidFill>
                            <a:schemeClr val="accent2"/>
                          </a:solidFill>
                          <a:effectLst/>
                          <a:latin typeface="+mj-lt"/>
                        </a:rPr>
                        <a:t>Affiliation</a:t>
                      </a:r>
                    </a:p>
                  </a:txBody>
                  <a:tcPr marL="7620" marR="7620" marT="7620" marB="0" anchor="ctr"/>
                </a:tc>
                <a:extLst>
                  <a:ext uri="{0D108BD9-81ED-4DB2-BD59-A6C34878D82A}">
                    <a16:rowId xmlns:a16="http://schemas.microsoft.com/office/drawing/2014/main" val="2255830247"/>
                  </a:ext>
                </a:extLst>
              </a:tr>
              <a:tr h="0">
                <a:tc rowSpan="5">
                  <a:txBody>
                    <a:bodyPr/>
                    <a:lstStyle/>
                    <a:p>
                      <a:pPr algn="ctr" fontAlgn="ctr"/>
                      <a:r>
                        <a:rPr lang="en-US" sz="1400" b="0" i="0" u="none" strike="noStrike" dirty="0">
                          <a:solidFill>
                            <a:srgbClr val="000000"/>
                          </a:solidFill>
                          <a:effectLst/>
                          <a:latin typeface="+mj-lt"/>
                        </a:rPr>
                        <a:t>ACE-DMA</a:t>
                      </a:r>
                    </a:p>
                  </a:txBody>
                  <a:tcPr marL="7620" marR="7620" marT="7620" marB="0" anchor="ctr"/>
                </a:tc>
                <a:tc>
                  <a:txBody>
                    <a:bodyPr/>
                    <a:lstStyle/>
                    <a:p>
                      <a:pPr algn="ctr" fontAlgn="b">
                        <a:buNone/>
                      </a:pPr>
                      <a:r>
                        <a:rPr lang="en-US" sz="1400" b="0" i="0" u="none" strike="noStrike" dirty="0">
                          <a:solidFill>
                            <a:srgbClr val="222222"/>
                          </a:solidFill>
                          <a:effectLst/>
                          <a:latin typeface="Arial" panose="020B0604020202020204" pitchFamily="34" charset="0"/>
                        </a:rPr>
                        <a:t> Andrew Smith</a:t>
                      </a:r>
                    </a:p>
                  </a:txBody>
                  <a:tcPr marL="7620" marR="7620" marT="7620" anchor="b"/>
                </a:tc>
                <a:tc rowSpan="5">
                  <a:txBody>
                    <a:bodyPr/>
                    <a:lstStyle/>
                    <a:p>
                      <a:pPr algn="ctr"/>
                      <a:r>
                        <a:rPr lang="en-US" sz="1400" dirty="0"/>
                        <a:t>NXP Semiconductors</a:t>
                      </a:r>
                    </a:p>
                  </a:txBody>
                  <a:tcPr anchor="ctr"/>
                </a:tc>
                <a:extLst>
                  <a:ext uri="{0D108BD9-81ED-4DB2-BD59-A6C34878D82A}">
                    <a16:rowId xmlns:a16="http://schemas.microsoft.com/office/drawing/2014/main" val="2853114046"/>
                  </a:ext>
                </a:extLst>
              </a:tr>
              <a:tr h="134832">
                <a:tc vMerge="1">
                  <a:txBody>
                    <a:bodyPr/>
                    <a:lstStyle/>
                    <a:p>
                      <a:endParaRPr lang="en-US"/>
                    </a:p>
                  </a:txBody>
                  <a:tcPr/>
                </a:tc>
                <a:tc>
                  <a:txBody>
                    <a:bodyPr/>
                    <a:lstStyle/>
                    <a:p>
                      <a:pPr algn="ctr"/>
                      <a:r>
                        <a:rPr lang="en-US" sz="1400" b="0" i="0" u="none" strike="noStrike" dirty="0">
                          <a:solidFill>
                            <a:srgbClr val="222222"/>
                          </a:solidFill>
                          <a:effectLst/>
                          <a:latin typeface="Arial" panose="020B0604020202020204" pitchFamily="34" charset="0"/>
                        </a:rPr>
                        <a:t>Animesh Basak Chowdhury</a:t>
                      </a:r>
                      <a:endParaRPr lang="en-TW" sz="1400" dirty="0"/>
                    </a:p>
                  </a:txBody>
                  <a:tcPr anchor="ctr"/>
                </a:tc>
                <a:tc vMerge="1">
                  <a:txBody>
                    <a:bodyPr/>
                    <a:lstStyle/>
                    <a:p>
                      <a:endParaRPr/>
                    </a:p>
                  </a:txBody>
                  <a:tcPr/>
                </a:tc>
                <a:extLst>
                  <a:ext uri="{0D108BD9-81ED-4DB2-BD59-A6C34878D82A}">
                    <a16:rowId xmlns:a16="http://schemas.microsoft.com/office/drawing/2014/main" val="2489645297"/>
                  </a:ext>
                </a:extLst>
              </a:tr>
              <a:tr h="134832">
                <a:tc vMerge="1">
                  <a:txBody>
                    <a:bodyPr/>
                    <a:lstStyle/>
                    <a:p>
                      <a:pPr algn="ctr" fontAlgn="ctr"/>
                      <a:endParaRPr lang="en-US" sz="1400" b="0" i="0" u="none" strike="noStrike" dirty="0">
                        <a:solidFill>
                          <a:srgbClr val="000000"/>
                        </a:solidFill>
                        <a:effectLst/>
                        <a:latin typeface="+mj-lt"/>
                      </a:endParaRPr>
                    </a:p>
                  </a:txBody>
                  <a:tcPr marL="7620" marR="7620" marT="7620" marB="0" anchor="ctr"/>
                </a:tc>
                <a:tc>
                  <a:txBody>
                    <a:bodyPr/>
                    <a:lstStyle/>
                    <a:p>
                      <a:pPr algn="ctr"/>
                      <a:r>
                        <a:rPr lang="en-US" sz="1400" b="0" i="0" u="none" strike="noStrike" dirty="0" err="1">
                          <a:solidFill>
                            <a:srgbClr val="222222"/>
                          </a:solidFill>
                          <a:effectLst/>
                          <a:latin typeface="Arial" panose="020B0604020202020204" pitchFamily="34" charset="0"/>
                        </a:rPr>
                        <a:t>Sreyesh</a:t>
                      </a:r>
                      <a:r>
                        <a:rPr lang="en-US" sz="1400" b="0" i="0" u="none" strike="noStrike" dirty="0">
                          <a:solidFill>
                            <a:srgbClr val="222222"/>
                          </a:solidFill>
                          <a:effectLst/>
                          <a:latin typeface="Arial" panose="020B0604020202020204" pitchFamily="34" charset="0"/>
                        </a:rPr>
                        <a:t> </a:t>
                      </a:r>
                      <a:r>
                        <a:rPr lang="en-US" sz="1400" b="0" i="0" u="none" strike="noStrike" dirty="0" err="1">
                          <a:solidFill>
                            <a:srgbClr val="222222"/>
                          </a:solidFill>
                          <a:effectLst/>
                          <a:latin typeface="Arial" panose="020B0604020202020204" pitchFamily="34" charset="0"/>
                        </a:rPr>
                        <a:t>Kalathiparambil</a:t>
                      </a:r>
                      <a:endParaRPr lang="en-TW" sz="1400" dirty="0"/>
                    </a:p>
                  </a:txBody>
                  <a:tcPr anchor="ctr"/>
                </a:tc>
                <a:tc vMerge="1">
                  <a:txBody>
                    <a:bodyPr/>
                    <a:lstStyle/>
                    <a:p>
                      <a:endParaRPr/>
                    </a:p>
                  </a:txBody>
                  <a:tcPr/>
                </a:tc>
                <a:extLst>
                  <a:ext uri="{0D108BD9-81ED-4DB2-BD59-A6C34878D82A}">
                    <a16:rowId xmlns:a16="http://schemas.microsoft.com/office/drawing/2014/main" val="505938091"/>
                  </a:ext>
                </a:extLst>
              </a:tr>
              <a:tr h="134832">
                <a:tc vMerge="1">
                  <a:txBody>
                    <a:bodyPr/>
                    <a:lstStyle/>
                    <a:p>
                      <a:pPr algn="ctr" fontAlgn="ctr"/>
                      <a:endParaRPr lang="en-US" sz="1400" b="0" i="0" u="none" strike="noStrike" dirty="0">
                        <a:solidFill>
                          <a:srgbClr val="000000"/>
                        </a:solidFill>
                        <a:effectLst/>
                        <a:latin typeface="+mj-lt"/>
                      </a:endParaRPr>
                    </a:p>
                  </a:txBody>
                  <a:tcPr marL="7620" marR="7620" marT="7620" marB="0" anchor="ctr"/>
                </a:tc>
                <a:tc>
                  <a:txBody>
                    <a:bodyPr/>
                    <a:lstStyle/>
                    <a:p>
                      <a:pPr algn="ctr"/>
                      <a:r>
                        <a:rPr lang="en-US" sz="1400" b="0" i="0" u="none" strike="noStrike" dirty="0">
                          <a:solidFill>
                            <a:srgbClr val="222222"/>
                          </a:solidFill>
                          <a:effectLst/>
                          <a:latin typeface="Arial" panose="020B0604020202020204" pitchFamily="34" charset="0"/>
                        </a:rPr>
                        <a:t>Will Miler</a:t>
                      </a:r>
                      <a:endParaRPr lang="en-TW" sz="1400" dirty="0"/>
                    </a:p>
                  </a:txBody>
                  <a:tcPr anchor="ctr"/>
                </a:tc>
                <a:tc vMerge="1">
                  <a:txBody>
                    <a:bodyPr/>
                    <a:lstStyle/>
                    <a:p>
                      <a:endParaRPr/>
                    </a:p>
                  </a:txBody>
                  <a:tcPr/>
                </a:tc>
                <a:extLst>
                  <a:ext uri="{0D108BD9-81ED-4DB2-BD59-A6C34878D82A}">
                    <a16:rowId xmlns:a16="http://schemas.microsoft.com/office/drawing/2014/main" val="2212517700"/>
                  </a:ext>
                </a:extLst>
              </a:tr>
              <a:tr h="0">
                <a:tc vMerge="1">
                  <a:txBody>
                    <a:bodyPr/>
                    <a:lstStyle/>
                    <a:p>
                      <a:pPr algn="ctr" fontAlgn="ctr"/>
                      <a:endParaRPr lang="en-US" sz="1400" b="0" i="0" u="none" strike="noStrike" dirty="0">
                        <a:solidFill>
                          <a:srgbClr val="000000"/>
                        </a:solidFill>
                        <a:effectLst/>
                        <a:latin typeface="+mj-lt"/>
                      </a:endParaRPr>
                    </a:p>
                  </a:txBody>
                  <a:tcPr marL="7620" marR="7620" marT="7620" marB="0" anchor="ctr"/>
                </a:tc>
                <a:tc>
                  <a:txBody>
                    <a:bodyPr/>
                    <a:lstStyle/>
                    <a:p>
                      <a:pPr algn="ctr"/>
                      <a:r>
                        <a:rPr lang="en-US" sz="1400" b="0" i="0" u="none" strike="noStrike" dirty="0">
                          <a:solidFill>
                            <a:srgbClr val="222222"/>
                          </a:solidFill>
                          <a:effectLst/>
                          <a:latin typeface="Arial" panose="020B0604020202020204" pitchFamily="34" charset="0"/>
                        </a:rPr>
                        <a:t>Narasimhan Narayanan</a:t>
                      </a:r>
                      <a:endParaRPr lang="en-TW" sz="1400" dirty="0"/>
                    </a:p>
                  </a:txBody>
                  <a:tcPr anchor="ctr"/>
                </a:tc>
                <a:tc vMerge="1">
                  <a:txBody>
                    <a:bodyPr/>
                    <a:lstStyle/>
                    <a:p>
                      <a:endParaRPr dirty="0"/>
                    </a:p>
                  </a:txBody>
                  <a:tcPr/>
                </a:tc>
                <a:extLst>
                  <a:ext uri="{0D108BD9-81ED-4DB2-BD59-A6C34878D82A}">
                    <a16:rowId xmlns:a16="http://schemas.microsoft.com/office/drawing/2014/main" val="1229348576"/>
                  </a:ext>
                </a:extLst>
              </a:tr>
            </a:tbl>
          </a:graphicData>
        </a:graphic>
      </p:graphicFrame>
    </p:spTree>
    <p:extLst>
      <p:ext uri="{BB962C8B-B14F-4D97-AF65-F5344CB8AC3E}">
        <p14:creationId xmlns:p14="http://schemas.microsoft.com/office/powerpoint/2010/main" val="18796786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F3FBE1FE-5118-E115-76C0-D3BE77A3FDBA}"/>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90A4CF05-EBFF-1022-19B0-24F28F300861}"/>
              </a:ext>
            </a:extLst>
          </p:cNvPr>
          <p:cNvSpPr txBox="1">
            <a:spLocks noGrp="1"/>
          </p:cNvSpPr>
          <p:nvPr>
            <p:ph type="body" idx="1"/>
          </p:nvPr>
        </p:nvSpPr>
        <p:spPr>
          <a:xfrm>
            <a:off x="228624" y="761249"/>
            <a:ext cx="8686776" cy="4080717"/>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3AC8942D-341D-4630-445E-E90B051C6685}"/>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Second Place – Congratulations!</a:t>
            </a:r>
          </a:p>
        </p:txBody>
      </p:sp>
      <p:graphicFrame>
        <p:nvGraphicFramePr>
          <p:cNvPr id="3" name="Table 2">
            <a:extLst>
              <a:ext uri="{FF2B5EF4-FFF2-40B4-BE49-F238E27FC236}">
                <a16:creationId xmlns:a16="http://schemas.microsoft.com/office/drawing/2014/main" id="{B458801F-F3B6-8F2D-E9C4-CC6B12052172}"/>
              </a:ext>
            </a:extLst>
          </p:cNvPr>
          <p:cNvGraphicFramePr>
            <a:graphicFrameLocks noGrp="1"/>
          </p:cNvGraphicFramePr>
          <p:nvPr>
            <p:extLst>
              <p:ext uri="{D42A27DB-BD31-4B8C-83A1-F6EECF244321}">
                <p14:modId xmlns:p14="http://schemas.microsoft.com/office/powerpoint/2010/main" val="1716014242"/>
              </p:ext>
            </p:extLst>
          </p:nvPr>
        </p:nvGraphicFramePr>
        <p:xfrm>
          <a:off x="858095" y="1108710"/>
          <a:ext cx="7427810" cy="2926080"/>
        </p:xfrm>
        <a:graphic>
          <a:graphicData uri="http://schemas.openxmlformats.org/drawingml/2006/table">
            <a:tbl>
              <a:tblPr firstRow="1" bandRow="1">
                <a:tableStyleId>{120689D0-9147-4A1C-99F4-CA74DEAAB193}</a:tableStyleId>
              </a:tblPr>
              <a:tblGrid>
                <a:gridCol w="1655379">
                  <a:extLst>
                    <a:ext uri="{9D8B030D-6E8A-4147-A177-3AD203B41FA5}">
                      <a16:colId xmlns:a16="http://schemas.microsoft.com/office/drawing/2014/main" val="3184603322"/>
                    </a:ext>
                  </a:extLst>
                </a:gridCol>
                <a:gridCol w="2301766">
                  <a:extLst>
                    <a:ext uri="{9D8B030D-6E8A-4147-A177-3AD203B41FA5}">
                      <a16:colId xmlns:a16="http://schemas.microsoft.com/office/drawing/2014/main" val="630673157"/>
                    </a:ext>
                  </a:extLst>
                </a:gridCol>
                <a:gridCol w="3470665">
                  <a:extLst>
                    <a:ext uri="{9D8B030D-6E8A-4147-A177-3AD203B41FA5}">
                      <a16:colId xmlns:a16="http://schemas.microsoft.com/office/drawing/2014/main" val="3050450939"/>
                    </a:ext>
                  </a:extLst>
                </a:gridCol>
              </a:tblGrid>
              <a:tr h="0">
                <a:tc>
                  <a:txBody>
                    <a:bodyPr/>
                    <a:lstStyle/>
                    <a:p>
                      <a:pPr algn="ctr" fontAlgn="ctr"/>
                      <a:r>
                        <a:rPr lang="en-US" sz="1400" b="1" i="0" u="none" strike="noStrike" dirty="0">
                          <a:solidFill>
                            <a:schemeClr val="accent2"/>
                          </a:solidFill>
                          <a:effectLst/>
                          <a:latin typeface="+mj-lt"/>
                        </a:rPr>
                        <a:t>Team name</a:t>
                      </a:r>
                    </a:p>
                  </a:txBody>
                  <a:tcPr marL="7620" marR="7620" marT="7620" marB="0" anchor="ctr"/>
                </a:tc>
                <a:tc>
                  <a:txBody>
                    <a:bodyPr/>
                    <a:lstStyle/>
                    <a:p>
                      <a:pPr algn="ctr" fontAlgn="ctr"/>
                      <a:r>
                        <a:rPr lang="en-US" sz="1400" b="1" i="0" u="none" strike="noStrike" dirty="0">
                          <a:solidFill>
                            <a:schemeClr val="accent2"/>
                          </a:solidFill>
                          <a:effectLst/>
                          <a:latin typeface="+mj-lt"/>
                        </a:rPr>
                        <a:t>Team members</a:t>
                      </a:r>
                    </a:p>
                  </a:txBody>
                  <a:tcPr marL="7620" marR="7620" marT="7620" marB="0" anchor="ctr"/>
                </a:tc>
                <a:tc>
                  <a:txBody>
                    <a:bodyPr/>
                    <a:lstStyle/>
                    <a:p>
                      <a:pPr algn="ctr" fontAlgn="ctr"/>
                      <a:r>
                        <a:rPr lang="en-US" sz="1400" b="1" i="0" u="none" strike="noStrike" dirty="0">
                          <a:solidFill>
                            <a:schemeClr val="accent2"/>
                          </a:solidFill>
                          <a:effectLst/>
                          <a:latin typeface="+mj-lt"/>
                        </a:rPr>
                        <a:t>Affiliation</a:t>
                      </a:r>
                    </a:p>
                  </a:txBody>
                  <a:tcPr marL="7620" marR="7620" marT="7620" marB="0" anchor="ctr"/>
                </a:tc>
                <a:extLst>
                  <a:ext uri="{0D108BD9-81ED-4DB2-BD59-A6C34878D82A}">
                    <a16:rowId xmlns:a16="http://schemas.microsoft.com/office/drawing/2014/main" val="2255830247"/>
                  </a:ext>
                </a:extLst>
              </a:tr>
              <a:tr h="134832">
                <a:tc rowSpan="9">
                  <a:txBody>
                    <a:bodyPr/>
                    <a:lstStyle/>
                    <a:p>
                      <a:pPr algn="ctr"/>
                      <a:r>
                        <a:rPr lang="en-US" dirty="0"/>
                        <a:t>CSDL</a:t>
                      </a:r>
                    </a:p>
                  </a:txBody>
                  <a:tcPr anchor="ctr"/>
                </a:tc>
                <a:tc>
                  <a:txBody>
                    <a:bodyPr/>
                    <a:lstStyle/>
                    <a:p>
                      <a:pPr algn="ctr" fontAlgn="t">
                        <a:buNone/>
                      </a:pPr>
                      <a:r>
                        <a:rPr lang="en-US" sz="1400" b="0" i="0" u="none" strike="noStrike" dirty="0" err="1">
                          <a:solidFill>
                            <a:srgbClr val="000000"/>
                          </a:solidFill>
                          <a:effectLst/>
                          <a:latin typeface="+mj-lt"/>
                        </a:rPr>
                        <a:t>Howoo</a:t>
                      </a:r>
                      <a:r>
                        <a:rPr lang="en-US" sz="1400" b="0" i="0" u="none" strike="noStrike" dirty="0">
                          <a:solidFill>
                            <a:srgbClr val="000000"/>
                          </a:solidFill>
                          <a:effectLst/>
                          <a:latin typeface="+mj-lt"/>
                        </a:rPr>
                        <a:t> Jang</a:t>
                      </a:r>
                    </a:p>
                  </a:txBody>
                  <a:tcPr marL="7620" marR="7620" marT="7620"/>
                </a:tc>
                <a:tc rowSpan="9">
                  <a:txBody>
                    <a:bodyPr/>
                    <a:lstStyle/>
                    <a:p>
                      <a:pPr algn="ctr" fontAlgn="t">
                        <a:buNone/>
                      </a:pPr>
                      <a:r>
                        <a:rPr lang="en-US" sz="1400" b="0" i="0" u="none" strike="noStrike" dirty="0">
                          <a:solidFill>
                            <a:srgbClr val="000000"/>
                          </a:solidFill>
                          <a:effectLst/>
                          <a:latin typeface="+mj-lt"/>
                        </a:rPr>
                        <a:t>Pohang University of Science and Technology</a:t>
                      </a:r>
                    </a:p>
                  </a:txBody>
                  <a:tcPr marL="7620" marR="7620" marT="7620" anchor="ctr"/>
                </a:tc>
                <a:extLst>
                  <a:ext uri="{0D108BD9-81ED-4DB2-BD59-A6C34878D82A}">
                    <a16:rowId xmlns:a16="http://schemas.microsoft.com/office/drawing/2014/main" val="2489645297"/>
                  </a:ext>
                </a:extLst>
              </a:tr>
              <a:tr h="134832">
                <a:tc vMerge="1">
                  <a:txBody>
                    <a:bodyPr/>
                    <a:lstStyle/>
                    <a:p>
                      <a:pPr algn="ctr" fontAlgn="ctr"/>
                      <a:endParaRPr lang="en-US" sz="1400" b="0" i="0" u="none" strike="noStrike" dirty="0">
                        <a:solidFill>
                          <a:srgbClr val="000000"/>
                        </a:solidFill>
                        <a:effectLst/>
                        <a:latin typeface="+mj-lt"/>
                      </a:endParaRPr>
                    </a:p>
                  </a:txBody>
                  <a:tcPr marL="7620" marR="7620" marT="7620" marB="0" anchor="ctr"/>
                </a:tc>
                <a:tc>
                  <a:txBody>
                    <a:bodyPr/>
                    <a:lstStyle/>
                    <a:p>
                      <a:pPr algn="ctr"/>
                      <a:r>
                        <a:rPr lang="en-US" sz="1400" b="0" i="0" u="none" strike="noStrike" dirty="0" err="1">
                          <a:solidFill>
                            <a:srgbClr val="000000"/>
                          </a:solidFill>
                          <a:effectLst/>
                          <a:latin typeface="+mj-lt"/>
                        </a:rPr>
                        <a:t>Kyungjun</a:t>
                      </a:r>
                      <a:r>
                        <a:rPr lang="en-US" sz="1400" b="0" i="0" u="none" strike="noStrike" dirty="0">
                          <a:solidFill>
                            <a:srgbClr val="000000"/>
                          </a:solidFill>
                          <a:effectLst/>
                          <a:latin typeface="+mj-lt"/>
                        </a:rPr>
                        <a:t> Min</a:t>
                      </a:r>
                      <a:endParaRPr lang="en-TW" sz="1400" dirty="0">
                        <a:latin typeface="+mj-lt"/>
                      </a:endParaRPr>
                    </a:p>
                  </a:txBody>
                  <a:tcPr anchor="ctr"/>
                </a:tc>
                <a:tc vMerge="1">
                  <a:txBody>
                    <a:bodyPr/>
                    <a:lstStyle/>
                    <a:p>
                      <a:endParaRPr/>
                    </a:p>
                  </a:txBody>
                  <a:tcPr marL="7620" marR="7620" marT="7620"/>
                </a:tc>
                <a:extLst>
                  <a:ext uri="{0D108BD9-81ED-4DB2-BD59-A6C34878D82A}">
                    <a16:rowId xmlns:a16="http://schemas.microsoft.com/office/drawing/2014/main" val="505938091"/>
                  </a:ext>
                </a:extLst>
              </a:tr>
              <a:tr h="134832">
                <a:tc vMerge="1">
                  <a:txBody>
                    <a:bodyPr/>
                    <a:lstStyle/>
                    <a:p>
                      <a:pPr algn="ctr" fontAlgn="ctr"/>
                      <a:endParaRPr lang="en-US" sz="1400" b="0" i="0" u="none" strike="noStrike" dirty="0">
                        <a:solidFill>
                          <a:srgbClr val="000000"/>
                        </a:solidFill>
                        <a:effectLst/>
                        <a:latin typeface="+mj-lt"/>
                      </a:endParaRPr>
                    </a:p>
                  </a:txBody>
                  <a:tcPr marL="7620" marR="7620" marT="7620" marB="0" anchor="ctr"/>
                </a:tc>
                <a:tc>
                  <a:txBody>
                    <a:bodyPr/>
                    <a:lstStyle/>
                    <a:p>
                      <a:pPr algn="ctr"/>
                      <a:r>
                        <a:rPr lang="en-US" sz="1400" b="0" i="0" u="none" strike="noStrike" dirty="0" err="1">
                          <a:solidFill>
                            <a:srgbClr val="000000"/>
                          </a:solidFill>
                          <a:effectLst/>
                          <a:latin typeface="+mj-lt"/>
                        </a:rPr>
                        <a:t>Jeyeong</a:t>
                      </a:r>
                      <a:r>
                        <a:rPr lang="en-US" sz="1400" b="0" i="0" u="none" strike="noStrike" dirty="0">
                          <a:solidFill>
                            <a:srgbClr val="000000"/>
                          </a:solidFill>
                          <a:effectLst/>
                          <a:latin typeface="+mj-lt"/>
                        </a:rPr>
                        <a:t> Park</a:t>
                      </a:r>
                      <a:endParaRPr lang="en-TW" sz="1400" dirty="0">
                        <a:latin typeface="+mj-lt"/>
                      </a:endParaRPr>
                    </a:p>
                  </a:txBody>
                  <a:tcPr anchor="ctr"/>
                </a:tc>
                <a:tc vMerge="1">
                  <a:txBody>
                    <a:bodyPr/>
                    <a:lstStyle/>
                    <a:p>
                      <a:endParaRPr/>
                    </a:p>
                  </a:txBody>
                  <a:tcPr marL="7620" marR="7620" marT="7620"/>
                </a:tc>
                <a:extLst>
                  <a:ext uri="{0D108BD9-81ED-4DB2-BD59-A6C34878D82A}">
                    <a16:rowId xmlns:a16="http://schemas.microsoft.com/office/drawing/2014/main" val="2212517700"/>
                  </a:ext>
                </a:extLst>
              </a:tr>
              <a:tr h="147895">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dirty="0" err="1">
                          <a:solidFill>
                            <a:srgbClr val="000000"/>
                          </a:solidFill>
                          <a:effectLst/>
                          <a:latin typeface="+mj-lt"/>
                        </a:rPr>
                        <a:t>Junhwan</a:t>
                      </a:r>
                      <a:r>
                        <a:rPr lang="en-US" sz="1400" b="0" i="0" u="none" strike="noStrike" dirty="0">
                          <a:solidFill>
                            <a:srgbClr val="000000"/>
                          </a:solidFill>
                          <a:effectLst/>
                          <a:latin typeface="+mj-lt"/>
                        </a:rPr>
                        <a:t> Jang</a:t>
                      </a:r>
                      <a:endParaRPr lang="en-TW" sz="1400" b="0" i="0" u="none" strike="noStrike" cap="none" dirty="0">
                        <a:solidFill>
                          <a:srgbClr val="000000"/>
                        </a:solidFill>
                        <a:latin typeface="+mj-lt"/>
                        <a:ea typeface="Arial"/>
                        <a:cs typeface="Arial"/>
                        <a:sym typeface="Arial"/>
                      </a:endParaRPr>
                    </a:p>
                  </a:txBody>
                  <a:tcPr anchor="ctr"/>
                </a:tc>
                <a:tc vMerge="1">
                  <a:txBody>
                    <a:bodyPr/>
                    <a:lstStyle/>
                    <a:p>
                      <a:endParaRPr/>
                    </a:p>
                  </a:txBody>
                  <a:tcPr marL="7620" marR="7620" marT="7620"/>
                </a:tc>
                <a:extLst>
                  <a:ext uri="{0D108BD9-81ED-4DB2-BD59-A6C34878D82A}">
                    <a16:rowId xmlns:a16="http://schemas.microsoft.com/office/drawing/2014/main" val="2642791855"/>
                  </a:ext>
                </a:extLst>
              </a:tr>
              <a:tr h="147895">
                <a:tc vMerge="1">
                  <a:txBody>
                    <a:bodyPr/>
                    <a:lstStyle/>
                    <a:p>
                      <a:endParaRPr lang="en-US"/>
                    </a:p>
                  </a:txBody>
                  <a:tcPr/>
                </a:tc>
                <a:tc>
                  <a:txBody>
                    <a:bodyPr/>
                    <a:lstStyle/>
                    <a:p>
                      <a:pPr algn="ctr"/>
                      <a:r>
                        <a:rPr lang="en-US" sz="1400" b="0" i="0" u="none" strike="noStrike" dirty="0" err="1">
                          <a:solidFill>
                            <a:srgbClr val="000000"/>
                          </a:solidFill>
                          <a:effectLst/>
                          <a:latin typeface="+mj-lt"/>
                        </a:rPr>
                        <a:t>Yeonwoo</a:t>
                      </a:r>
                      <a:r>
                        <a:rPr lang="en-US" sz="1400" b="0" i="0" u="none" strike="noStrike" dirty="0">
                          <a:solidFill>
                            <a:srgbClr val="000000"/>
                          </a:solidFill>
                          <a:effectLst/>
                          <a:latin typeface="+mj-lt"/>
                        </a:rPr>
                        <a:t> Shim</a:t>
                      </a:r>
                      <a:endParaRPr lang="en-TW" sz="1400" dirty="0">
                        <a:latin typeface="+mj-lt"/>
                      </a:endParaRPr>
                    </a:p>
                  </a:txBody>
                  <a:tcPr anchor="ctr"/>
                </a:tc>
                <a:tc vMerge="1">
                  <a:txBody>
                    <a:bodyPr/>
                    <a:lstStyle/>
                    <a:p>
                      <a:endParaRPr/>
                    </a:p>
                  </a:txBody>
                  <a:tcPr marL="7620" marR="7620" marT="7620"/>
                </a:tc>
                <a:extLst>
                  <a:ext uri="{0D108BD9-81ED-4DB2-BD59-A6C34878D82A}">
                    <a16:rowId xmlns:a16="http://schemas.microsoft.com/office/drawing/2014/main" val="845116839"/>
                  </a:ext>
                </a:extLst>
              </a:tr>
              <a:tr h="147895">
                <a:tc vMerge="1">
                  <a:txBody>
                    <a:bodyPr/>
                    <a:lstStyle/>
                    <a:p>
                      <a:endParaRPr lang="en-US"/>
                    </a:p>
                  </a:txBody>
                  <a:tcPr/>
                </a:tc>
                <a:tc>
                  <a:txBody>
                    <a:bodyPr/>
                    <a:lstStyle/>
                    <a:p>
                      <a:pPr algn="ctr"/>
                      <a:r>
                        <a:rPr lang="en-US" sz="1400" b="0" i="0" u="none" strike="noStrike" dirty="0" err="1">
                          <a:solidFill>
                            <a:srgbClr val="000000"/>
                          </a:solidFill>
                          <a:effectLst/>
                          <a:latin typeface="+mj-lt"/>
                        </a:rPr>
                        <a:t>Jeonghyun</a:t>
                      </a:r>
                      <a:r>
                        <a:rPr lang="en-US" sz="1400" b="0" i="0" u="none" strike="noStrike" dirty="0">
                          <a:solidFill>
                            <a:srgbClr val="000000"/>
                          </a:solidFill>
                          <a:effectLst/>
                          <a:latin typeface="+mj-lt"/>
                        </a:rPr>
                        <a:t> Choi</a:t>
                      </a:r>
                      <a:endParaRPr lang="en-TW" sz="1400" dirty="0">
                        <a:latin typeface="+mj-lt"/>
                      </a:endParaRPr>
                    </a:p>
                  </a:txBody>
                  <a:tcPr anchor="ctr"/>
                </a:tc>
                <a:tc vMerge="1">
                  <a:txBody>
                    <a:bodyPr/>
                    <a:lstStyle/>
                    <a:p>
                      <a:endParaRPr/>
                    </a:p>
                  </a:txBody>
                  <a:tcPr marL="7620" marR="7620" marT="7620"/>
                </a:tc>
                <a:extLst>
                  <a:ext uri="{0D108BD9-81ED-4DB2-BD59-A6C34878D82A}">
                    <a16:rowId xmlns:a16="http://schemas.microsoft.com/office/drawing/2014/main" val="3624804744"/>
                  </a:ext>
                </a:extLst>
              </a:tr>
              <a:tr h="147895">
                <a:tc vMerge="1">
                  <a:txBody>
                    <a:bodyPr/>
                    <a:lstStyle/>
                    <a:p>
                      <a:endParaRPr lang="en-US"/>
                    </a:p>
                  </a:txBody>
                  <a:tcPr/>
                </a:tc>
                <a:tc>
                  <a:txBody>
                    <a:bodyPr/>
                    <a:lstStyle/>
                    <a:p>
                      <a:pPr algn="ctr"/>
                      <a:r>
                        <a:rPr lang="en-US" sz="1400" b="0" i="0" u="none" strike="noStrike" dirty="0" err="1">
                          <a:solidFill>
                            <a:srgbClr val="000000"/>
                          </a:solidFill>
                          <a:effectLst/>
                          <a:latin typeface="+mj-lt"/>
                        </a:rPr>
                        <a:t>Sieun</a:t>
                      </a:r>
                      <a:r>
                        <a:rPr lang="en-US" sz="1400" b="0" i="0" u="none" strike="noStrike" dirty="0">
                          <a:solidFill>
                            <a:srgbClr val="000000"/>
                          </a:solidFill>
                          <a:effectLst/>
                          <a:latin typeface="+mj-lt"/>
                        </a:rPr>
                        <a:t> Kang</a:t>
                      </a:r>
                      <a:endParaRPr lang="en-TW" sz="1400" dirty="0">
                        <a:latin typeface="+mj-lt"/>
                      </a:endParaRPr>
                    </a:p>
                  </a:txBody>
                  <a:tcPr anchor="ctr"/>
                </a:tc>
                <a:tc vMerge="1">
                  <a:txBody>
                    <a:bodyPr/>
                    <a:lstStyle/>
                    <a:p>
                      <a:endParaRPr/>
                    </a:p>
                  </a:txBody>
                  <a:tcPr marL="7620" marR="7620" marT="7620"/>
                </a:tc>
                <a:extLst>
                  <a:ext uri="{0D108BD9-81ED-4DB2-BD59-A6C34878D82A}">
                    <a16:rowId xmlns:a16="http://schemas.microsoft.com/office/drawing/2014/main" val="3023790510"/>
                  </a:ext>
                </a:extLst>
              </a:tr>
              <a:tr h="147895">
                <a:tc vMerge="1">
                  <a:txBody>
                    <a:bodyPr/>
                    <a:lstStyle/>
                    <a:p>
                      <a:endParaRPr lang="en-US"/>
                    </a:p>
                  </a:txBody>
                  <a:tcPr/>
                </a:tc>
                <a:tc>
                  <a:txBody>
                    <a:bodyPr/>
                    <a:lstStyle/>
                    <a:p>
                      <a:pPr algn="ctr"/>
                      <a:r>
                        <a:rPr lang="en-US" sz="1400" b="0" i="0" u="none" strike="noStrike" dirty="0">
                          <a:solidFill>
                            <a:srgbClr val="000000"/>
                          </a:solidFill>
                          <a:effectLst/>
                          <a:latin typeface="+mj-lt"/>
                        </a:rPr>
                        <a:t>Hayoung Shin</a:t>
                      </a:r>
                      <a:endParaRPr lang="en-TW" sz="1400" dirty="0">
                        <a:latin typeface="+mj-lt"/>
                      </a:endParaRPr>
                    </a:p>
                  </a:txBody>
                  <a:tcPr anchor="ctr"/>
                </a:tc>
                <a:tc vMerge="1">
                  <a:txBody>
                    <a:bodyPr/>
                    <a:lstStyle/>
                    <a:p>
                      <a:endParaRPr/>
                    </a:p>
                  </a:txBody>
                  <a:tcPr marL="7620" marR="7620" marT="7620"/>
                </a:tc>
                <a:extLst>
                  <a:ext uri="{0D108BD9-81ED-4DB2-BD59-A6C34878D82A}">
                    <a16:rowId xmlns:a16="http://schemas.microsoft.com/office/drawing/2014/main" val="2037952736"/>
                  </a:ext>
                </a:extLst>
              </a:tr>
              <a:tr h="147895">
                <a:tc vMerge="1">
                  <a:txBody>
                    <a:bodyPr/>
                    <a:lstStyle/>
                    <a:p>
                      <a:pPr algn="ctr" fontAlgn="ctr"/>
                      <a:endParaRPr lang="en-US" sz="1400" b="0" i="0" u="none" strike="noStrike" dirty="0">
                        <a:solidFill>
                          <a:srgbClr val="000000"/>
                        </a:solidFill>
                        <a:effectLst/>
                        <a:latin typeface="+mj-lt"/>
                      </a:endParaRPr>
                    </a:p>
                  </a:txBody>
                  <a:tcPr marL="7620" marR="7620" marT="7620" marB="0" anchor="ctr"/>
                </a:tc>
                <a:tc>
                  <a:txBody>
                    <a:bodyPr/>
                    <a:lstStyle/>
                    <a:p>
                      <a:pPr algn="ctr"/>
                      <a:r>
                        <a:rPr lang="en-US" sz="1400" b="0" i="0" u="none" strike="noStrike" dirty="0" err="1">
                          <a:solidFill>
                            <a:srgbClr val="000000"/>
                          </a:solidFill>
                          <a:effectLst/>
                          <a:latin typeface="+mj-lt"/>
                        </a:rPr>
                        <a:t>Mungyu</a:t>
                      </a:r>
                      <a:r>
                        <a:rPr lang="en-US" sz="1400" b="0" i="0" u="none" strike="noStrike" dirty="0">
                          <a:solidFill>
                            <a:srgbClr val="000000"/>
                          </a:solidFill>
                          <a:effectLst/>
                          <a:latin typeface="+mj-lt"/>
                        </a:rPr>
                        <a:t> Choi</a:t>
                      </a:r>
                      <a:endParaRPr lang="en-TW" sz="1400" dirty="0">
                        <a:latin typeface="+mj-lt"/>
                      </a:endParaRPr>
                    </a:p>
                  </a:txBody>
                  <a:tcPr anchor="ctr"/>
                </a:tc>
                <a:tc vMerge="1">
                  <a:txBody>
                    <a:bodyPr/>
                    <a:lstStyle/>
                    <a:p>
                      <a:endParaRPr dirty="0"/>
                    </a:p>
                  </a:txBody>
                  <a:tcPr marL="7620" marR="7620" marT="7620"/>
                </a:tc>
                <a:extLst>
                  <a:ext uri="{0D108BD9-81ED-4DB2-BD59-A6C34878D82A}">
                    <a16:rowId xmlns:a16="http://schemas.microsoft.com/office/drawing/2014/main" val="1229348576"/>
                  </a:ext>
                </a:extLst>
              </a:tr>
            </a:tbl>
          </a:graphicData>
        </a:graphic>
      </p:graphicFrame>
    </p:spTree>
    <p:extLst>
      <p:ext uri="{BB962C8B-B14F-4D97-AF65-F5344CB8AC3E}">
        <p14:creationId xmlns:p14="http://schemas.microsoft.com/office/powerpoint/2010/main" val="23996964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8AB609B4-3141-CBBF-D832-D0B029FC0397}"/>
            </a:ext>
          </a:extLst>
        </p:cNvPr>
        <p:cNvGrpSpPr/>
        <p:nvPr/>
      </p:nvGrpSpPr>
      <p:grpSpPr>
        <a:xfrm>
          <a:off x="0" y="0"/>
          <a:ext cx="0" cy="0"/>
          <a:chOff x="0" y="0"/>
          <a:chExt cx="0" cy="0"/>
        </a:xfrm>
      </p:grpSpPr>
      <p:sp>
        <p:nvSpPr>
          <p:cNvPr id="2" name="Google Shape;253;p60">
            <a:extLst>
              <a:ext uri="{FF2B5EF4-FFF2-40B4-BE49-F238E27FC236}">
                <a16:creationId xmlns:a16="http://schemas.microsoft.com/office/drawing/2014/main" id="{A971CBCA-CED4-3695-A940-EE046706BAA1}"/>
              </a:ext>
            </a:extLst>
          </p:cNvPr>
          <p:cNvSpPr txBox="1">
            <a:spLocks noGrp="1"/>
          </p:cNvSpPr>
          <p:nvPr>
            <p:ph type="body" idx="1"/>
          </p:nvPr>
        </p:nvSpPr>
        <p:spPr>
          <a:xfrm>
            <a:off x="228624" y="761249"/>
            <a:ext cx="8686776" cy="3427873"/>
          </a:xfrm>
          <a:prstGeom prst="rect">
            <a:avLst/>
          </a:prstGeom>
          <a:noFill/>
          <a:ln>
            <a:noFill/>
          </a:ln>
        </p:spPr>
        <p:txBody>
          <a:bodyPr spcFirstLastPara="1" wrap="square" lIns="68575" tIns="34275" rIns="68575" bIns="34275" anchor="t" anchorCtr="0">
            <a:noAutofit/>
          </a:bodyPr>
          <a:lstStyle/>
          <a:p>
            <a:pPr marL="177800" lvl="0" indent="-171450" algn="l" rtl="0">
              <a:lnSpc>
                <a:spcPct val="150000"/>
              </a:lnSpc>
              <a:spcBef>
                <a:spcPts val="0"/>
              </a:spcBef>
              <a:spcAft>
                <a:spcPts val="0"/>
              </a:spcAft>
              <a:buClr>
                <a:schemeClr val="dk1"/>
              </a:buClr>
              <a:buSzPts val="1500"/>
              <a:buChar char="•"/>
            </a:pPr>
            <a:endParaRPr lang="en-US" b="0" dirty="0"/>
          </a:p>
          <a:p>
            <a:pPr marL="635000" lvl="1" indent="-171450">
              <a:lnSpc>
                <a:spcPct val="150000"/>
              </a:lnSpc>
              <a:spcBef>
                <a:spcPts val="0"/>
              </a:spcBef>
              <a:buSzPts val="1500"/>
              <a:buChar char="•"/>
            </a:pPr>
            <a:endParaRPr lang="en-US" b="0" dirty="0"/>
          </a:p>
        </p:txBody>
      </p:sp>
      <p:sp>
        <p:nvSpPr>
          <p:cNvPr id="237" name="Google Shape;237;p58">
            <a:extLst>
              <a:ext uri="{FF2B5EF4-FFF2-40B4-BE49-F238E27FC236}">
                <a16:creationId xmlns:a16="http://schemas.microsoft.com/office/drawing/2014/main" id="{BE06BAA9-BE25-0D2A-00B9-5AF7E82F554D}"/>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First Place – Congratulations!</a:t>
            </a:r>
          </a:p>
        </p:txBody>
      </p:sp>
      <p:graphicFrame>
        <p:nvGraphicFramePr>
          <p:cNvPr id="3" name="Table 2">
            <a:extLst>
              <a:ext uri="{FF2B5EF4-FFF2-40B4-BE49-F238E27FC236}">
                <a16:creationId xmlns:a16="http://schemas.microsoft.com/office/drawing/2014/main" id="{BF58906D-EA21-EEE9-A9C8-CDEFFEE8BAFC}"/>
              </a:ext>
            </a:extLst>
          </p:cNvPr>
          <p:cNvGraphicFramePr>
            <a:graphicFrameLocks noGrp="1"/>
          </p:cNvGraphicFramePr>
          <p:nvPr>
            <p:extLst>
              <p:ext uri="{D42A27DB-BD31-4B8C-83A1-F6EECF244321}">
                <p14:modId xmlns:p14="http://schemas.microsoft.com/office/powerpoint/2010/main" val="284940821"/>
              </p:ext>
            </p:extLst>
          </p:nvPr>
        </p:nvGraphicFramePr>
        <p:xfrm>
          <a:off x="858095" y="1774145"/>
          <a:ext cx="7427810" cy="1402080"/>
        </p:xfrm>
        <a:graphic>
          <a:graphicData uri="http://schemas.openxmlformats.org/drawingml/2006/table">
            <a:tbl>
              <a:tblPr firstRow="1" bandRow="1">
                <a:tableStyleId>{120689D0-9147-4A1C-99F4-CA74DEAAB193}</a:tableStyleId>
              </a:tblPr>
              <a:tblGrid>
                <a:gridCol w="1655379">
                  <a:extLst>
                    <a:ext uri="{9D8B030D-6E8A-4147-A177-3AD203B41FA5}">
                      <a16:colId xmlns:a16="http://schemas.microsoft.com/office/drawing/2014/main" val="3184603322"/>
                    </a:ext>
                  </a:extLst>
                </a:gridCol>
                <a:gridCol w="2301766">
                  <a:extLst>
                    <a:ext uri="{9D8B030D-6E8A-4147-A177-3AD203B41FA5}">
                      <a16:colId xmlns:a16="http://schemas.microsoft.com/office/drawing/2014/main" val="630673157"/>
                    </a:ext>
                  </a:extLst>
                </a:gridCol>
                <a:gridCol w="3470665">
                  <a:extLst>
                    <a:ext uri="{9D8B030D-6E8A-4147-A177-3AD203B41FA5}">
                      <a16:colId xmlns:a16="http://schemas.microsoft.com/office/drawing/2014/main" val="3050450939"/>
                    </a:ext>
                  </a:extLst>
                </a:gridCol>
              </a:tblGrid>
              <a:tr h="0">
                <a:tc>
                  <a:txBody>
                    <a:bodyPr/>
                    <a:lstStyle/>
                    <a:p>
                      <a:pPr algn="ctr" fontAlgn="ctr"/>
                      <a:r>
                        <a:rPr lang="en-US" sz="1400" b="1" i="0" u="none" strike="noStrike" dirty="0">
                          <a:solidFill>
                            <a:schemeClr val="accent2"/>
                          </a:solidFill>
                          <a:effectLst/>
                          <a:latin typeface="+mj-lt"/>
                        </a:rPr>
                        <a:t>Team name</a:t>
                      </a:r>
                    </a:p>
                  </a:txBody>
                  <a:tcPr marL="7620" marR="7620" marT="7620" marB="0" anchor="ctr"/>
                </a:tc>
                <a:tc>
                  <a:txBody>
                    <a:bodyPr/>
                    <a:lstStyle/>
                    <a:p>
                      <a:pPr algn="ctr" fontAlgn="ctr"/>
                      <a:r>
                        <a:rPr lang="en-US" sz="1400" b="1" i="0" u="none" strike="noStrike" dirty="0">
                          <a:solidFill>
                            <a:schemeClr val="accent2"/>
                          </a:solidFill>
                          <a:effectLst/>
                          <a:latin typeface="+mj-lt"/>
                        </a:rPr>
                        <a:t>Team members</a:t>
                      </a:r>
                    </a:p>
                  </a:txBody>
                  <a:tcPr marL="7620" marR="7620" marT="7620" marB="0" anchor="ctr"/>
                </a:tc>
                <a:tc>
                  <a:txBody>
                    <a:bodyPr/>
                    <a:lstStyle/>
                    <a:p>
                      <a:pPr algn="ctr" fontAlgn="ctr"/>
                      <a:r>
                        <a:rPr lang="en-US" sz="1400" b="1" i="0" u="none" strike="noStrike" dirty="0">
                          <a:solidFill>
                            <a:schemeClr val="accent2"/>
                          </a:solidFill>
                          <a:effectLst/>
                          <a:latin typeface="+mj-lt"/>
                        </a:rPr>
                        <a:t>Affiliation</a:t>
                      </a:r>
                    </a:p>
                  </a:txBody>
                  <a:tcPr marL="7620" marR="7620" marT="7620" marB="0" anchor="ctr"/>
                </a:tc>
                <a:extLst>
                  <a:ext uri="{0D108BD9-81ED-4DB2-BD59-A6C34878D82A}">
                    <a16:rowId xmlns:a16="http://schemas.microsoft.com/office/drawing/2014/main" val="2255830247"/>
                  </a:ext>
                </a:extLst>
              </a:tr>
              <a:tr h="134832">
                <a:tc rowSpan="4">
                  <a:txBody>
                    <a:bodyPr/>
                    <a:lstStyle/>
                    <a:p>
                      <a:pPr algn="ctr"/>
                      <a:r>
                        <a:rPr lang="en-US" dirty="0" err="1"/>
                        <a:t>PhyMap</a:t>
                      </a:r>
                      <a:endParaRPr lang="en-US" dirty="0"/>
                    </a:p>
                  </a:txBody>
                  <a:tcPr anchor="ctr"/>
                </a:tc>
                <a:tc>
                  <a:txBody>
                    <a:bodyPr/>
                    <a:lstStyle/>
                    <a:p>
                      <a:pPr algn="ctr" fontAlgn="t">
                        <a:buNone/>
                      </a:pPr>
                      <a:r>
                        <a:rPr lang="en-US" sz="1400" b="0" i="0" u="none" strike="noStrike" dirty="0" err="1">
                          <a:solidFill>
                            <a:srgbClr val="000000"/>
                          </a:solidFill>
                          <a:effectLst/>
                          <a:latin typeface="+mj-lt"/>
                        </a:rPr>
                        <a:t>Hongyang</a:t>
                      </a:r>
                      <a:r>
                        <a:rPr lang="en-US" sz="1400" b="0" i="0" u="none" strike="noStrike" dirty="0">
                          <a:solidFill>
                            <a:srgbClr val="000000"/>
                          </a:solidFill>
                          <a:effectLst/>
                          <a:latin typeface="+mj-lt"/>
                        </a:rPr>
                        <a:t> Pan</a:t>
                      </a:r>
                    </a:p>
                  </a:txBody>
                  <a:tcPr marL="7620" marR="7620" marT="7620"/>
                </a:tc>
                <a:tc rowSpan="4">
                  <a:txBody>
                    <a:bodyPr/>
                    <a:lstStyle/>
                    <a:p>
                      <a:pPr algn="ctr"/>
                      <a:r>
                        <a:rPr lang="en-US" sz="1400" dirty="0"/>
                        <a:t>Fudan university</a:t>
                      </a:r>
                      <a:endParaRPr lang="en-TW" sz="1400" dirty="0"/>
                    </a:p>
                  </a:txBody>
                  <a:tcPr anchor="ctr"/>
                </a:tc>
                <a:extLst>
                  <a:ext uri="{0D108BD9-81ED-4DB2-BD59-A6C34878D82A}">
                    <a16:rowId xmlns:a16="http://schemas.microsoft.com/office/drawing/2014/main" val="2489645297"/>
                  </a:ext>
                </a:extLst>
              </a:tr>
              <a:tr h="134832">
                <a:tc vMerge="1">
                  <a:txBody>
                    <a:bodyPr/>
                    <a:lstStyle/>
                    <a:p>
                      <a:pPr algn="ctr" fontAlgn="ctr"/>
                      <a:endParaRPr lang="en-US" sz="1400" b="0" i="0" u="none" strike="noStrike" dirty="0">
                        <a:solidFill>
                          <a:srgbClr val="000000"/>
                        </a:solidFill>
                        <a:effectLst/>
                        <a:latin typeface="+mj-lt"/>
                      </a:endParaRPr>
                    </a:p>
                  </a:txBody>
                  <a:tcPr marL="7620" marR="7620" marT="7620" marB="0" anchor="ctr"/>
                </a:tc>
                <a:tc>
                  <a:txBody>
                    <a:bodyPr/>
                    <a:lstStyle/>
                    <a:p>
                      <a:pPr algn="ctr"/>
                      <a:r>
                        <a:rPr lang="en-US" sz="1400" b="0" i="0" u="none" strike="noStrike" dirty="0" err="1">
                          <a:solidFill>
                            <a:srgbClr val="000000"/>
                          </a:solidFill>
                          <a:effectLst/>
                          <a:latin typeface="+mj-lt"/>
                        </a:rPr>
                        <a:t>Cunqing</a:t>
                      </a:r>
                      <a:r>
                        <a:rPr lang="en-US" sz="1400" b="0" i="0" u="none" strike="noStrike" dirty="0">
                          <a:solidFill>
                            <a:srgbClr val="000000"/>
                          </a:solidFill>
                          <a:effectLst/>
                          <a:latin typeface="+mj-lt"/>
                        </a:rPr>
                        <a:t> Lan</a:t>
                      </a:r>
                      <a:endParaRPr lang="en-TW" sz="1400" dirty="0">
                        <a:latin typeface="+mj-lt"/>
                      </a:endParaRPr>
                    </a:p>
                  </a:txBody>
                  <a:tcPr anchor="ctr"/>
                </a:tc>
                <a:tc vMerge="1">
                  <a:txBody>
                    <a:bodyPr/>
                    <a:lstStyle/>
                    <a:p>
                      <a:pPr algn="ctr"/>
                      <a:endParaRPr lang="en-TW" sz="1400" dirty="0"/>
                    </a:p>
                  </a:txBody>
                  <a:tcPr anchor="ctr"/>
                </a:tc>
                <a:extLst>
                  <a:ext uri="{0D108BD9-81ED-4DB2-BD59-A6C34878D82A}">
                    <a16:rowId xmlns:a16="http://schemas.microsoft.com/office/drawing/2014/main" val="505938091"/>
                  </a:ext>
                </a:extLst>
              </a:tr>
              <a:tr h="134832">
                <a:tc vMerge="1">
                  <a:txBody>
                    <a:bodyPr/>
                    <a:lstStyle/>
                    <a:p>
                      <a:pPr algn="ctr" fontAlgn="ctr"/>
                      <a:endParaRPr lang="en-US" sz="1400" b="0" i="0" u="none" strike="noStrike" dirty="0">
                        <a:solidFill>
                          <a:srgbClr val="000000"/>
                        </a:solidFill>
                        <a:effectLst/>
                        <a:latin typeface="+mj-lt"/>
                      </a:endParaRPr>
                    </a:p>
                  </a:txBody>
                  <a:tcPr marL="7620" marR="7620" marT="7620" marB="0" anchor="ctr"/>
                </a:tc>
                <a:tc>
                  <a:txBody>
                    <a:bodyPr/>
                    <a:lstStyle/>
                    <a:p>
                      <a:pPr algn="ctr"/>
                      <a:r>
                        <a:rPr lang="en-US" sz="1400" b="0" i="0" u="none" strike="noStrike" dirty="0" err="1">
                          <a:solidFill>
                            <a:srgbClr val="000000"/>
                          </a:solidFill>
                          <a:effectLst/>
                          <a:latin typeface="+mj-lt"/>
                        </a:rPr>
                        <a:t>Zhiang</a:t>
                      </a:r>
                      <a:r>
                        <a:rPr lang="en-US" sz="1400" b="0" i="0" u="none" strike="noStrike" dirty="0">
                          <a:solidFill>
                            <a:srgbClr val="000000"/>
                          </a:solidFill>
                          <a:effectLst/>
                          <a:latin typeface="+mj-lt"/>
                        </a:rPr>
                        <a:t> Wang</a:t>
                      </a:r>
                      <a:endParaRPr lang="en-TW" sz="1400" dirty="0">
                        <a:latin typeface="+mj-lt"/>
                      </a:endParaRPr>
                    </a:p>
                  </a:txBody>
                  <a:tcPr anchor="ctr"/>
                </a:tc>
                <a:tc vMerge="1">
                  <a:txBody>
                    <a:bodyPr/>
                    <a:lstStyle/>
                    <a:p>
                      <a:pPr algn="ctr"/>
                      <a:endParaRPr lang="en-TW" sz="1400" dirty="0"/>
                    </a:p>
                  </a:txBody>
                  <a:tcPr anchor="ctr"/>
                </a:tc>
                <a:extLst>
                  <a:ext uri="{0D108BD9-81ED-4DB2-BD59-A6C34878D82A}">
                    <a16:rowId xmlns:a16="http://schemas.microsoft.com/office/drawing/2014/main" val="2212517700"/>
                  </a:ext>
                </a:extLst>
              </a:tr>
              <a:tr h="147895">
                <a:tc vMerge="1">
                  <a:txBody>
                    <a:bodyPr/>
                    <a:lstStyle/>
                    <a:p>
                      <a:pPr algn="ctr" fontAlgn="ctr"/>
                      <a:endParaRPr lang="en-US" sz="1400" b="0" i="0" u="none" strike="noStrike" dirty="0">
                        <a:solidFill>
                          <a:srgbClr val="000000"/>
                        </a:solidFill>
                        <a:effectLst/>
                        <a:latin typeface="+mj-lt"/>
                      </a:endParaRPr>
                    </a:p>
                  </a:txBody>
                  <a:tcPr marL="7620" marR="7620" marT="7620" marB="0" anchor="ctr"/>
                </a:tc>
                <a:tc>
                  <a:txBody>
                    <a:bodyPr/>
                    <a:lstStyle/>
                    <a:p>
                      <a:pPr algn="ctr"/>
                      <a:r>
                        <a:rPr lang="en-US" sz="1400" b="0" i="0" u="none" strike="noStrike" dirty="0">
                          <a:solidFill>
                            <a:srgbClr val="000000"/>
                          </a:solidFill>
                          <a:effectLst/>
                          <a:latin typeface="+mj-lt"/>
                        </a:rPr>
                        <a:t>Keren Zhu</a:t>
                      </a:r>
                      <a:endParaRPr lang="en-TW" sz="1400" dirty="0">
                        <a:latin typeface="+mj-lt"/>
                      </a:endParaRPr>
                    </a:p>
                  </a:txBody>
                  <a:tcPr anchor="ctr"/>
                </a:tc>
                <a:tc vMerge="1">
                  <a:txBody>
                    <a:bodyPr/>
                    <a:lstStyle/>
                    <a:p>
                      <a:pPr algn="ctr"/>
                      <a:endParaRPr lang="en-TW" sz="1400" dirty="0"/>
                    </a:p>
                  </a:txBody>
                  <a:tcPr anchor="ctr"/>
                </a:tc>
                <a:extLst>
                  <a:ext uri="{0D108BD9-81ED-4DB2-BD59-A6C34878D82A}">
                    <a16:rowId xmlns:a16="http://schemas.microsoft.com/office/drawing/2014/main" val="1229348576"/>
                  </a:ext>
                </a:extLst>
              </a:tr>
            </a:tbl>
          </a:graphicData>
        </a:graphic>
      </p:graphicFrame>
    </p:spTree>
    <p:extLst>
      <p:ext uri="{BB962C8B-B14F-4D97-AF65-F5344CB8AC3E}">
        <p14:creationId xmlns:p14="http://schemas.microsoft.com/office/powerpoint/2010/main" val="21446816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134D9A73-F8F5-D625-C3E2-26193B36B7E4}"/>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5CFD6231-BD4F-8C9F-EBB5-A53D51178732}"/>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marL="0" lvl="0" indent="0" algn="l" rtl="0">
              <a:lnSpc>
                <a:spcPct val="87500"/>
              </a:lnSpc>
              <a:spcBef>
                <a:spcPts val="0"/>
              </a:spcBef>
              <a:spcAft>
                <a:spcPts val="0"/>
              </a:spcAft>
              <a:buNone/>
            </a:pPr>
            <a:r>
              <a:rPr lang="en-US" dirty="0"/>
              <a:t>Moore’s Law and the Role of EDA</a:t>
            </a:r>
            <a:endParaRPr dirty="0"/>
          </a:p>
        </p:txBody>
      </p:sp>
      <p:sp>
        <p:nvSpPr>
          <p:cNvPr id="3" name="Google Shape;253;p60">
            <a:extLst>
              <a:ext uri="{FF2B5EF4-FFF2-40B4-BE49-F238E27FC236}">
                <a16:creationId xmlns:a16="http://schemas.microsoft.com/office/drawing/2014/main" id="{F6C4A972-E26E-A92B-03CF-F3E854FFBCC5}"/>
              </a:ext>
            </a:extLst>
          </p:cNvPr>
          <p:cNvSpPr txBox="1">
            <a:spLocks noGrp="1"/>
          </p:cNvSpPr>
          <p:nvPr>
            <p:ph type="body" idx="1"/>
          </p:nvPr>
        </p:nvSpPr>
        <p:spPr>
          <a:xfrm>
            <a:off x="228624" y="761250"/>
            <a:ext cx="8686776" cy="2887724"/>
          </a:xfrm>
          <a:prstGeom prst="rect">
            <a:avLst/>
          </a:prstGeom>
          <a:noFill/>
          <a:ln>
            <a:noFill/>
          </a:ln>
        </p:spPr>
        <p:txBody>
          <a:bodyPr spcFirstLastPara="1" wrap="square" lIns="68575" tIns="34275" rIns="68575" bIns="34275" anchor="t" anchorCtr="0">
            <a:noAutofit/>
          </a:bodyPr>
          <a:lstStyle/>
          <a:p>
            <a:pPr marL="6350" lvl="0" indent="0" algn="l" rtl="0">
              <a:lnSpc>
                <a:spcPct val="150000"/>
              </a:lnSpc>
              <a:spcBef>
                <a:spcPts val="0"/>
              </a:spcBef>
              <a:spcAft>
                <a:spcPts val="0"/>
              </a:spcAft>
              <a:buClr>
                <a:schemeClr val="dk1"/>
              </a:buClr>
              <a:buSzPts val="1500"/>
              <a:buNone/>
            </a:pPr>
            <a:r>
              <a:rPr lang="en-US" sz="1800" b="0" dirty="0"/>
              <a:t>Transistor counts continue to rise, but performance improvements have slowed. </a:t>
            </a:r>
          </a:p>
        </p:txBody>
      </p:sp>
      <p:grpSp>
        <p:nvGrpSpPr>
          <p:cNvPr id="4" name="Group 3">
            <a:extLst>
              <a:ext uri="{FF2B5EF4-FFF2-40B4-BE49-F238E27FC236}">
                <a16:creationId xmlns:a16="http://schemas.microsoft.com/office/drawing/2014/main" id="{0118EEF3-773E-1E50-1DD0-D78B74D1A47E}"/>
              </a:ext>
            </a:extLst>
          </p:cNvPr>
          <p:cNvGrpSpPr/>
          <p:nvPr/>
        </p:nvGrpSpPr>
        <p:grpSpPr>
          <a:xfrm>
            <a:off x="1433215" y="1216063"/>
            <a:ext cx="6295468" cy="3508103"/>
            <a:chOff x="1958009" y="1209675"/>
            <a:chExt cx="8477764" cy="5029125"/>
          </a:xfrm>
        </p:grpSpPr>
        <p:pic>
          <p:nvPicPr>
            <p:cNvPr id="5" name="Picture 2">
              <a:extLst>
                <a:ext uri="{FF2B5EF4-FFF2-40B4-BE49-F238E27FC236}">
                  <a16:creationId xmlns:a16="http://schemas.microsoft.com/office/drawing/2014/main" id="{2117B6E7-0838-94F6-5265-CE800F0F96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909"/>
            <a:stretch/>
          </p:blipFill>
          <p:spPr bwMode="auto">
            <a:xfrm>
              <a:off x="1958009" y="1209675"/>
              <a:ext cx="8477764" cy="50291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Pushing Stickman Vector Images (72)">
              <a:extLst>
                <a:ext uri="{FF2B5EF4-FFF2-40B4-BE49-F238E27FC236}">
                  <a16:creationId xmlns:a16="http://schemas.microsoft.com/office/drawing/2014/main" id="{BAF23C5A-63BC-366D-2B31-975159D6D98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58"/>
            <a:stretch/>
          </p:blipFill>
          <p:spPr bwMode="auto">
            <a:xfrm>
              <a:off x="2569029" y="1460064"/>
              <a:ext cx="2002972" cy="22044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569A5AD-D885-C168-7C98-A2A2E47F4276}"/>
                </a:ext>
              </a:extLst>
            </p:cNvPr>
            <p:cNvSpPr txBox="1"/>
            <p:nvPr/>
          </p:nvSpPr>
          <p:spPr>
            <a:xfrm>
              <a:off x="2449978" y="1465944"/>
              <a:ext cx="1640113" cy="330915"/>
            </a:xfrm>
            <a:prstGeom prst="rect">
              <a:avLst/>
            </a:prstGeom>
            <a:noFill/>
          </p:spPr>
          <p:txBody>
            <a:bodyPr wrap="square" rtlCol="0">
              <a:spAutoFit/>
            </a:bodyPr>
            <a:lstStyle/>
            <a:p>
              <a:r>
                <a:rPr lang="en-US" sz="900" dirty="0"/>
                <a:t>Moore’s Law</a:t>
              </a:r>
            </a:p>
          </p:txBody>
        </p:sp>
        <p:sp>
          <p:nvSpPr>
            <p:cNvPr id="8" name="TextBox 7">
              <a:extLst>
                <a:ext uri="{FF2B5EF4-FFF2-40B4-BE49-F238E27FC236}">
                  <a16:creationId xmlns:a16="http://schemas.microsoft.com/office/drawing/2014/main" id="{3245E0B5-159D-D47B-0465-425B29B0352B}"/>
                </a:ext>
              </a:extLst>
            </p:cNvPr>
            <p:cNvSpPr txBox="1"/>
            <p:nvPr/>
          </p:nvSpPr>
          <p:spPr>
            <a:xfrm>
              <a:off x="3837967" y="1961794"/>
              <a:ext cx="1320802" cy="529465"/>
            </a:xfrm>
            <a:prstGeom prst="rect">
              <a:avLst/>
            </a:prstGeom>
            <a:noFill/>
          </p:spPr>
          <p:txBody>
            <a:bodyPr wrap="square" rtlCol="0">
              <a:spAutoFit/>
            </a:bodyPr>
            <a:lstStyle/>
            <a:p>
              <a:r>
                <a:rPr lang="en-US" sz="900" dirty="0"/>
                <a:t>Software complexity</a:t>
              </a:r>
            </a:p>
          </p:txBody>
        </p:sp>
        <p:sp>
          <p:nvSpPr>
            <p:cNvPr id="9" name="TextBox 8">
              <a:extLst>
                <a:ext uri="{FF2B5EF4-FFF2-40B4-BE49-F238E27FC236}">
                  <a16:creationId xmlns:a16="http://schemas.microsoft.com/office/drawing/2014/main" id="{4EB4E2C5-3660-835E-E7FB-32D7F24D0D77}"/>
                </a:ext>
              </a:extLst>
            </p:cNvPr>
            <p:cNvSpPr txBox="1"/>
            <p:nvPr/>
          </p:nvSpPr>
          <p:spPr>
            <a:xfrm>
              <a:off x="3305017" y="3307461"/>
              <a:ext cx="1599094" cy="330915"/>
            </a:xfrm>
            <a:prstGeom prst="rect">
              <a:avLst/>
            </a:prstGeom>
            <a:noFill/>
          </p:spPr>
          <p:txBody>
            <a:bodyPr wrap="square" rtlCol="0">
              <a:spAutoFit/>
            </a:bodyPr>
            <a:lstStyle/>
            <a:p>
              <a:r>
                <a:rPr lang="en-US" sz="900" dirty="0"/>
                <a:t>EDA tools</a:t>
              </a:r>
            </a:p>
          </p:txBody>
        </p:sp>
      </p:grpSp>
      <p:sp>
        <p:nvSpPr>
          <p:cNvPr id="10" name="TextBox 9">
            <a:extLst>
              <a:ext uri="{FF2B5EF4-FFF2-40B4-BE49-F238E27FC236}">
                <a16:creationId xmlns:a16="http://schemas.microsoft.com/office/drawing/2014/main" id="{2BA5A951-92F6-5B06-12ED-98C3B5C12DFF}"/>
              </a:ext>
            </a:extLst>
          </p:cNvPr>
          <p:cNvSpPr txBox="1"/>
          <p:nvPr/>
        </p:nvSpPr>
        <p:spPr>
          <a:xfrm>
            <a:off x="7784476" y="1556561"/>
            <a:ext cx="884443" cy="646331"/>
          </a:xfrm>
          <a:prstGeom prst="rect">
            <a:avLst/>
          </a:prstGeom>
          <a:noFill/>
        </p:spPr>
        <p:txBody>
          <a:bodyPr wrap="square" rtlCol="0">
            <a:spAutoFit/>
          </a:bodyPr>
          <a:lstStyle/>
          <a:p>
            <a:pPr defTabSz="685800" eaLnBrk="0" fontAlgn="base" hangingPunct="0">
              <a:spcBef>
                <a:spcPct val="0"/>
              </a:spcBef>
              <a:spcAft>
                <a:spcPct val="0"/>
              </a:spcAft>
              <a:buClrTx/>
              <a:defRPr/>
            </a:pPr>
            <a:r>
              <a:rPr lang="en-US" sz="1200" kern="1200" dirty="0">
                <a:solidFill>
                  <a:srgbClr val="0070C0"/>
                </a:solidFill>
                <a:latin typeface="Arial" charset="0"/>
                <a:ea typeface="ＭＳ Ｐゴシック" charset="0"/>
              </a:rPr>
              <a:t>Design capability gap</a:t>
            </a:r>
          </a:p>
        </p:txBody>
      </p:sp>
      <p:sp>
        <p:nvSpPr>
          <p:cNvPr id="11" name="Arrow: Up-Down 10">
            <a:extLst>
              <a:ext uri="{FF2B5EF4-FFF2-40B4-BE49-F238E27FC236}">
                <a16:creationId xmlns:a16="http://schemas.microsoft.com/office/drawing/2014/main" id="{CC523F6F-E04B-AAFD-55D1-842E1ECD595D}"/>
              </a:ext>
            </a:extLst>
          </p:cNvPr>
          <p:cNvSpPr/>
          <p:nvPr/>
        </p:nvSpPr>
        <p:spPr bwMode="auto">
          <a:xfrm>
            <a:off x="7638855" y="1457943"/>
            <a:ext cx="145621" cy="849869"/>
          </a:xfrm>
          <a:prstGeom prst="upDownArrow">
            <a:avLst/>
          </a:prstGeom>
          <a:solidFill>
            <a:srgbClr val="00B0F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defRPr/>
            </a:pPr>
            <a:endParaRPr lang="en-US" kern="1200" dirty="0">
              <a:solidFill>
                <a:srgbClr val="0070C0"/>
              </a:solidFill>
              <a:latin typeface="Arial" charset="0"/>
              <a:ea typeface="ＭＳ Ｐゴシック" charset="0"/>
              <a:cs typeface="ＭＳ Ｐゴシック" charset="0"/>
            </a:endParaRPr>
          </a:p>
        </p:txBody>
      </p:sp>
      <p:cxnSp>
        <p:nvCxnSpPr>
          <p:cNvPr id="12" name="Straight Connector 11">
            <a:extLst>
              <a:ext uri="{FF2B5EF4-FFF2-40B4-BE49-F238E27FC236}">
                <a16:creationId xmlns:a16="http://schemas.microsoft.com/office/drawing/2014/main" id="{34050015-8A03-EB27-6BD3-47E1A35966F0}"/>
              </a:ext>
            </a:extLst>
          </p:cNvPr>
          <p:cNvCxnSpPr>
            <a:cxnSpLocks/>
          </p:cNvCxnSpPr>
          <p:nvPr/>
        </p:nvCxnSpPr>
        <p:spPr bwMode="auto">
          <a:xfrm>
            <a:off x="6460345" y="1390724"/>
            <a:ext cx="1589347" cy="0"/>
          </a:xfrm>
          <a:prstGeom prst="line">
            <a:avLst/>
          </a:prstGeom>
          <a:solidFill>
            <a:schemeClr val="accent1"/>
          </a:solidFill>
          <a:ln w="2857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 name="Straight Connector 12">
            <a:extLst>
              <a:ext uri="{FF2B5EF4-FFF2-40B4-BE49-F238E27FC236}">
                <a16:creationId xmlns:a16="http://schemas.microsoft.com/office/drawing/2014/main" id="{3D0D8F1F-396F-AE7C-9902-552DB43A7FAB}"/>
              </a:ext>
            </a:extLst>
          </p:cNvPr>
          <p:cNvCxnSpPr>
            <a:cxnSpLocks/>
          </p:cNvCxnSpPr>
          <p:nvPr/>
        </p:nvCxnSpPr>
        <p:spPr bwMode="auto">
          <a:xfrm>
            <a:off x="5621308" y="2360483"/>
            <a:ext cx="2428384" cy="0"/>
          </a:xfrm>
          <a:prstGeom prst="line">
            <a:avLst/>
          </a:prstGeom>
          <a:solidFill>
            <a:schemeClr val="accent1"/>
          </a:solidFill>
          <a:ln w="2857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Tree>
    <p:extLst>
      <p:ext uri="{BB962C8B-B14F-4D97-AF65-F5344CB8AC3E}">
        <p14:creationId xmlns:p14="http://schemas.microsoft.com/office/powerpoint/2010/main" val="40100401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565F935D-81CB-6CA4-9F26-278BBB6C5472}"/>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3A1423B6-BAEC-F0AB-BA3B-3CDB260DD53D}"/>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Evaluation Score</a:t>
            </a:r>
          </a:p>
        </p:txBody>
      </p:sp>
      <p:grpSp>
        <p:nvGrpSpPr>
          <p:cNvPr id="36" name="Group 35">
            <a:extLst>
              <a:ext uri="{FF2B5EF4-FFF2-40B4-BE49-F238E27FC236}">
                <a16:creationId xmlns:a16="http://schemas.microsoft.com/office/drawing/2014/main" id="{2651E597-21FA-AAA4-4904-CC6678102501}"/>
              </a:ext>
            </a:extLst>
          </p:cNvPr>
          <p:cNvGrpSpPr/>
          <p:nvPr/>
        </p:nvGrpSpPr>
        <p:grpSpPr>
          <a:xfrm>
            <a:off x="295818" y="1339515"/>
            <a:ext cx="4626997" cy="2454640"/>
            <a:chOff x="185373" y="1339516"/>
            <a:chExt cx="4626997" cy="2146291"/>
          </a:xfrm>
        </p:grpSpPr>
        <p:sp>
          <p:nvSpPr>
            <p:cNvPr id="34" name="Rectangle 33">
              <a:extLst>
                <a:ext uri="{FF2B5EF4-FFF2-40B4-BE49-F238E27FC236}">
                  <a16:creationId xmlns:a16="http://schemas.microsoft.com/office/drawing/2014/main" id="{4179253E-9245-8386-79D6-CE7FB1DA8F1E}"/>
                </a:ext>
              </a:extLst>
            </p:cNvPr>
            <p:cNvSpPr/>
            <p:nvPr/>
          </p:nvSpPr>
          <p:spPr>
            <a:xfrm>
              <a:off x="185373" y="1339516"/>
              <a:ext cx="4626997" cy="20293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grpSp>
          <p:nvGrpSpPr>
            <p:cNvPr id="2" name="Group 1">
              <a:extLst>
                <a:ext uri="{FF2B5EF4-FFF2-40B4-BE49-F238E27FC236}">
                  <a16:creationId xmlns:a16="http://schemas.microsoft.com/office/drawing/2014/main" id="{18744014-311C-47C6-5A3E-A894416BA068}"/>
                </a:ext>
              </a:extLst>
            </p:cNvPr>
            <p:cNvGrpSpPr/>
            <p:nvPr/>
          </p:nvGrpSpPr>
          <p:grpSpPr>
            <a:xfrm>
              <a:off x="228600" y="1414227"/>
              <a:ext cx="4583770" cy="2071580"/>
              <a:chOff x="228600" y="2394035"/>
              <a:chExt cx="4583770" cy="2071580"/>
            </a:xfrm>
            <a:noFill/>
          </p:grpSpPr>
          <p:grpSp>
            <p:nvGrpSpPr>
              <p:cNvPr id="11" name="Group 10">
                <a:extLst>
                  <a:ext uri="{FF2B5EF4-FFF2-40B4-BE49-F238E27FC236}">
                    <a16:creationId xmlns:a16="http://schemas.microsoft.com/office/drawing/2014/main" id="{B28D4BE2-A169-28DC-94A5-9A79E8BA1A47}"/>
                  </a:ext>
                </a:extLst>
              </p:cNvPr>
              <p:cNvGrpSpPr/>
              <p:nvPr/>
            </p:nvGrpSpPr>
            <p:grpSpPr>
              <a:xfrm>
                <a:off x="228600" y="2394035"/>
                <a:ext cx="4536579" cy="1522540"/>
                <a:chOff x="710809" y="2584492"/>
                <a:chExt cx="4536579" cy="1522540"/>
              </a:xfrm>
              <a:grpFill/>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02613BA-8F40-9754-03AC-64459019A471}"/>
                        </a:ext>
                      </a:extLst>
                    </p:cNvPr>
                    <p:cNvSpPr txBox="1"/>
                    <p:nvPr/>
                  </p:nvSpPr>
                  <p:spPr>
                    <a:xfrm>
                      <a:off x="710809" y="2584492"/>
                      <a:ext cx="4070986" cy="362855"/>
                    </a:xfrm>
                    <a:prstGeom prst="rect">
                      <a:avLst/>
                    </a:prstGeom>
                    <a:grp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200" smtClean="0">
                                <a:latin typeface="Cambria Math" panose="02040503050406030204" pitchFamily="18" charset="0"/>
                              </a:rPr>
                              <m:t>R</m:t>
                            </m:r>
                            <m:r>
                              <m:rPr>
                                <m:sty m:val="p"/>
                              </m:rPr>
                              <a:rPr lang="en-US" sz="1200" b="0" i="0" smtClean="0">
                                <a:latin typeface="Cambria Math" panose="02040503050406030204" pitchFamily="18" charset="0"/>
                              </a:rPr>
                              <m:t>awScore</m:t>
                            </m:r>
                            <m:r>
                              <a:rPr lang="en-US" sz="1200" b="0" i="1" smtClean="0">
                                <a:latin typeface="Cambria Math" panose="02040503050406030204" pitchFamily="18" charset="0"/>
                              </a:rPr>
                              <m:t>=</m:t>
                            </m:r>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1+</m:t>
                                </m:r>
                                <m:r>
                                  <m:rPr>
                                    <m:sty m:val="p"/>
                                  </m:rPr>
                                  <a:rPr lang="en-US" sz="1200" b="0" i="0" smtClean="0">
                                    <a:latin typeface="Cambria Math" panose="02040503050406030204" pitchFamily="18" charset="0"/>
                                    <a:ea typeface="Cambria Math" panose="02040503050406030204" pitchFamily="18" charset="0"/>
                                  </a:rPr>
                                  <m:t>RunTimeF</m:t>
                                </m:r>
                              </m:e>
                            </m:d>
                            <m:r>
                              <a:rPr lang="en-US" sz="1200" b="0" i="1" smtClean="0">
                                <a:latin typeface="Cambria Math" panose="02040503050406030204" pitchFamily="18" charset="0"/>
                                <a:ea typeface="Cambria Math" panose="02040503050406030204" pitchFamily="18" charset="0"/>
                              </a:rPr>
                              <m:t> × [</m:t>
                            </m:r>
                            <m:d>
                              <m:dPr>
                                <m:ctrlPr>
                                  <a:rPr lang="en-US" sz="1200" b="0" i="1" smtClean="0">
                                    <a:latin typeface="Cambria Math" panose="02040503050406030204" pitchFamily="18" charset="0"/>
                                    <a:ea typeface="Cambria Math" panose="02040503050406030204" pitchFamily="18" charset="0"/>
                                  </a:rPr>
                                </m:ctrlPr>
                              </m:dPr>
                              <m:e>
                                <m:f>
                                  <m:fPr>
                                    <m:ctrlPr>
                                      <a:rPr lang="en-US" sz="1200" b="0" i="1" smtClean="0">
                                        <a:latin typeface="Cambria Math" panose="02040503050406030204" pitchFamily="18" charset="0"/>
                                        <a:ea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𝑙𝑒𝑎𝑘𝑎𝑔𝑒𝑃𝑜𝑤𝑒𝑟</m:t>
                                    </m:r>
                                  </m:num>
                                  <m:den>
                                    <m:r>
                                      <a:rPr lang="en-US" sz="1200" i="1">
                                        <a:latin typeface="Cambria Math" panose="02040503050406030204" pitchFamily="18" charset="0"/>
                                        <a:ea typeface="Cambria Math" panose="02040503050406030204" pitchFamily="18" charset="0"/>
                                      </a:rPr>
                                      <m:t>𝑏𝑎𝑠𝑒𝑙𝑖𝑛𝑒𝐿𝑒𝑎𝑘𝑎𝑔𝑒𝑃𝑜𝑤𝑒𝑟</m:t>
                                    </m:r>
                                  </m:den>
                                </m:f>
                              </m:e>
                            </m:d>
                          </m:oMath>
                        </m:oMathPara>
                      </a14:m>
                      <a:endParaRPr lang="en-TW" sz="1200" dirty="0"/>
                    </a:p>
                  </p:txBody>
                </p:sp>
              </mc:Choice>
              <mc:Fallback xmlns="">
                <p:sp>
                  <p:nvSpPr>
                    <p:cNvPr id="5" name="TextBox 4">
                      <a:extLst>
                        <a:ext uri="{FF2B5EF4-FFF2-40B4-BE49-F238E27FC236}">
                          <a16:creationId xmlns:a16="http://schemas.microsoft.com/office/drawing/2014/main" id="{502613BA-8F40-9754-03AC-64459019A471}"/>
                        </a:ext>
                      </a:extLst>
                    </p:cNvPr>
                    <p:cNvSpPr txBox="1">
                      <a:spLocks noRot="1" noChangeAspect="1" noMove="1" noResize="1" noEditPoints="1" noAdjustHandles="1" noChangeArrowheads="1" noChangeShapeType="1" noTextEdit="1"/>
                    </p:cNvSpPr>
                    <p:nvPr/>
                  </p:nvSpPr>
                  <p:spPr>
                    <a:xfrm>
                      <a:off x="710809" y="2584492"/>
                      <a:ext cx="4070986" cy="362855"/>
                    </a:xfrm>
                    <a:prstGeom prst="rect">
                      <a:avLst/>
                    </a:prstGeom>
                    <a:blipFill>
                      <a:blip r:embed="rId3"/>
                      <a:stretch>
                        <a:fillRect l="-300" b="-132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04F60E6-7D9E-CDA4-9057-D39EFF2363F9}"/>
                        </a:ext>
                      </a:extLst>
                    </p:cNvPr>
                    <p:cNvSpPr txBox="1"/>
                    <p:nvPr/>
                  </p:nvSpPr>
                  <p:spPr>
                    <a:xfrm>
                      <a:off x="1314452" y="3026095"/>
                      <a:ext cx="3932936" cy="1080937"/>
                    </a:xfrm>
                    <a:prstGeom prst="rect">
                      <a:avLst/>
                    </a:prstGeom>
                    <a:grp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ea typeface="Cambria Math" panose="02040503050406030204" pitchFamily="18" charset="0"/>
                              </a:rPr>
                              <m:t>+ </m:t>
                            </m:r>
                            <m:nary>
                              <m:naryPr>
                                <m:chr m:val="∑"/>
                                <m:supHide m:val="on"/>
                                <m:ctrlPr>
                                  <a:rPr lang="en-US" sz="1200" b="0" i="1" smtClean="0">
                                    <a:latin typeface="Cambria Math" panose="02040503050406030204" pitchFamily="18" charset="0"/>
                                    <a:ea typeface="Cambria Math" panose="02040503050406030204" pitchFamily="18" charset="0"/>
                                  </a:rPr>
                                </m:ctrlPr>
                              </m:naryPr>
                              <m:sub>
                                <m:r>
                                  <m:rPr>
                                    <m:brk m:alnAt="7"/>
                                  </m:rPr>
                                  <a:rPr lang="en-US" sz="1200" b="0" i="1" smtClean="0">
                                    <a:latin typeface="Cambria Math" panose="02040503050406030204" pitchFamily="18" charset="0"/>
                                    <a:ea typeface="Cambria Math" panose="02040503050406030204" pitchFamily="18" charset="0"/>
                                  </a:rPr>
                                  <m:t>𝑖</m:t>
                                </m:r>
                              </m:sub>
                              <m:sup/>
                              <m:e>
                                <m:r>
                                  <a:rPr lang="en-US" sz="1200" b="0" i="1" smtClean="0">
                                    <a:latin typeface="Cambria Math" panose="02040503050406030204" pitchFamily="18" charset="0"/>
                                    <a:ea typeface="Cambria Math" panose="02040503050406030204" pitchFamily="18" charset="0"/>
                                  </a:rPr>
                                  <m:t>20×</m:t>
                                </m:r>
                                <m:d>
                                  <m:dPr>
                                    <m:ctrlPr>
                                      <a:rPr lang="en-US" sz="1200" b="0" i="1" smtClean="0">
                                        <a:latin typeface="Cambria Math" panose="02040503050406030204" pitchFamily="18" charset="0"/>
                                        <a:ea typeface="Cambria Math" panose="02040503050406030204" pitchFamily="18" charset="0"/>
                                      </a:rPr>
                                    </m:ctrlPr>
                                  </m:dPr>
                                  <m:e>
                                    <m:r>
                                      <m:rPr>
                                        <m:sty m:val="p"/>
                                      </m:rPr>
                                      <a:rPr lang="en-US" sz="1200" b="0" i="0" smtClean="0">
                                        <a:latin typeface="Cambria Math" panose="02040503050406030204" pitchFamily="18" charset="0"/>
                                        <a:ea typeface="Cambria Math" panose="02040503050406030204" pitchFamily="18" charset="0"/>
                                      </a:rPr>
                                      <m:t>slew</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m:rPr>
                                                <m:sty m:val="p"/>
                                              </m:rPr>
                                              <a:rPr lang="en-US" sz="1200" b="0" i="0" smtClean="0">
                                                <a:latin typeface="Cambria Math" panose="02040503050406030204" pitchFamily="18" charset="0"/>
                                                <a:ea typeface="Cambria Math" panose="02040503050406030204" pitchFamily="18" charset="0"/>
                                              </a:rPr>
                                              <m:t>pin</m:t>
                                            </m:r>
                                          </m:e>
                                          <m:sub>
                                            <m:r>
                                              <a:rPr lang="en-US" sz="1200" b="0" i="1" smtClean="0">
                                                <a:latin typeface="Cambria Math" panose="02040503050406030204" pitchFamily="18" charset="0"/>
                                                <a:ea typeface="Cambria Math" panose="02040503050406030204" pitchFamily="18" charset="0"/>
                                              </a:rPr>
                                              <m:t>𝑖</m:t>
                                            </m:r>
                                          </m:sub>
                                        </m:sSub>
                                      </m:e>
                                    </m:d>
                                    <m:r>
                                      <a:rPr lang="en-US" sz="1200" b="0" i="1" smtClean="0">
                                        <a:latin typeface="Cambria Math" panose="02040503050406030204" pitchFamily="18" charset="0"/>
                                        <a:ea typeface="Cambria Math" panose="02040503050406030204" pitchFamily="18" charset="0"/>
                                      </a:rPr>
                                      <m:t>−</m:t>
                                    </m:r>
                                    <m:r>
                                      <m:rPr>
                                        <m:sty m:val="p"/>
                                      </m:rPr>
                                      <a:rPr lang="en-US" sz="1200" b="0" i="0" smtClean="0">
                                        <a:latin typeface="Cambria Math" panose="02040503050406030204" pitchFamily="18" charset="0"/>
                                        <a:ea typeface="Cambria Math" panose="02040503050406030204" pitchFamily="18" charset="0"/>
                                      </a:rPr>
                                      <m:t>M</m:t>
                                    </m:r>
                                    <m:r>
                                      <m:rPr>
                                        <m:sty m:val="p"/>
                                      </m:rPr>
                                      <a:rPr lang="en-US" sz="1200" i="0">
                                        <a:latin typeface="Cambria Math" panose="02040503050406030204" pitchFamily="18" charset="0"/>
                                        <a:ea typeface="Cambria Math" panose="02040503050406030204" pitchFamily="18" charset="0"/>
                                      </a:rPr>
                                      <m:t>aximum</m:t>
                                    </m:r>
                                    <m:r>
                                      <m:rPr>
                                        <m:sty m:val="p"/>
                                      </m:rPr>
                                      <a:rPr lang="en-US" sz="1200" b="0" i="0" smtClean="0">
                                        <a:latin typeface="Cambria Math" panose="02040503050406030204" pitchFamily="18" charset="0"/>
                                        <a:ea typeface="Cambria Math" panose="02040503050406030204" pitchFamily="18" charset="0"/>
                                      </a:rPr>
                                      <m:t>P</m:t>
                                    </m:r>
                                    <m:r>
                                      <m:rPr>
                                        <m:sty m:val="p"/>
                                      </m:rPr>
                                      <a:rPr lang="en-US" sz="1200" i="0">
                                        <a:latin typeface="Cambria Math" panose="02040503050406030204" pitchFamily="18" charset="0"/>
                                        <a:ea typeface="Cambria Math" panose="02040503050406030204" pitchFamily="18" charset="0"/>
                                      </a:rPr>
                                      <m:t>ermitted</m:t>
                                    </m:r>
                                    <m:r>
                                      <m:rPr>
                                        <m:sty m:val="p"/>
                                      </m:rPr>
                                      <a:rPr lang="en-US" sz="1200" b="0" i="0" smtClean="0">
                                        <a:latin typeface="Cambria Math" panose="02040503050406030204" pitchFamily="18" charset="0"/>
                                        <a:ea typeface="Cambria Math" panose="02040503050406030204" pitchFamily="18" charset="0"/>
                                      </a:rPr>
                                      <m:t>S</m:t>
                                    </m:r>
                                    <m:r>
                                      <m:rPr>
                                        <m:sty m:val="p"/>
                                      </m:rPr>
                                      <a:rPr lang="en-US" sz="1200" i="0">
                                        <a:latin typeface="Cambria Math" panose="02040503050406030204" pitchFamily="18" charset="0"/>
                                        <a:ea typeface="Cambria Math" panose="02040503050406030204" pitchFamily="18" charset="0"/>
                                      </a:rPr>
                                      <m:t>lew</m:t>
                                    </m:r>
                                    <m:d>
                                      <m:dPr>
                                        <m:ctrlPr>
                                          <a:rPr lang="en-US" sz="1200" b="0" i="1" smtClean="0">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m:rPr>
                                                <m:sty m:val="p"/>
                                              </m:rPr>
                                              <a:rPr lang="en-US" sz="1200" i="0">
                                                <a:latin typeface="Cambria Math" panose="02040503050406030204" pitchFamily="18" charset="0"/>
                                                <a:ea typeface="Cambria Math" panose="02040503050406030204" pitchFamily="18" charset="0"/>
                                              </a:rPr>
                                              <m:t>p</m:t>
                                            </m:r>
                                            <m:r>
                                              <m:rPr>
                                                <m:sty m:val="p"/>
                                              </m:rPr>
                                              <a:rPr lang="en-US" sz="1200" b="0" i="0" smtClean="0">
                                                <a:latin typeface="Cambria Math" panose="02040503050406030204" pitchFamily="18" charset="0"/>
                                                <a:ea typeface="Cambria Math" panose="02040503050406030204" pitchFamily="18" charset="0"/>
                                              </a:rPr>
                                              <m:t>in</m:t>
                                            </m:r>
                                          </m:e>
                                          <m:sub>
                                            <m:r>
                                              <a:rPr lang="en-US" sz="1200" i="1">
                                                <a:latin typeface="Cambria Math" panose="02040503050406030204" pitchFamily="18" charset="0"/>
                                                <a:ea typeface="Cambria Math" panose="02040503050406030204" pitchFamily="18" charset="0"/>
                                              </a:rPr>
                                              <m:t>𝑖</m:t>
                                            </m:r>
                                          </m:sub>
                                        </m:sSub>
                                      </m:e>
                                    </m:d>
                                  </m:e>
                                </m:d>
                              </m:e>
                            </m:nary>
                            <m:r>
                              <a:rPr lang="en-US" sz="1200" b="0" i="1" smtClean="0">
                                <a:latin typeface="Cambria Math" panose="02040503050406030204" pitchFamily="18" charset="0"/>
                                <a:ea typeface="Cambria Math" panose="02040503050406030204" pitchFamily="18" charset="0"/>
                              </a:rPr>
                              <m:t> </m:t>
                            </m:r>
                          </m:oMath>
                        </m:oMathPara>
                      </a14:m>
                      <a:endParaRPr lang="en-US" sz="12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m:rPr>
                                    <m:brk m:alnAt="7"/>
                                  </m:rPr>
                                  <a:rPr lang="en-US" sz="1200" i="1">
                                    <a:latin typeface="Cambria Math" panose="02040503050406030204" pitchFamily="18" charset="0"/>
                                    <a:ea typeface="Cambria Math" panose="02040503050406030204" pitchFamily="18" charset="0"/>
                                  </a:rPr>
                                  <m:t>𝑖</m:t>
                                </m:r>
                              </m:sub>
                              <m:sup/>
                              <m:e>
                                <m:r>
                                  <a:rPr lang="en-US" sz="1200" b="0" i="1" smtClean="0">
                                    <a:latin typeface="Cambria Math" panose="02040503050406030204" pitchFamily="18" charset="0"/>
                                    <a:ea typeface="Cambria Math" panose="02040503050406030204" pitchFamily="18" charset="0"/>
                                  </a:rPr>
                                  <m:t>20</m:t>
                                </m:r>
                                <m:r>
                                  <a:rPr lang="en-US" sz="1200" i="1" smtClean="0">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m:rPr>
                                        <m:sty m:val="p"/>
                                      </m:rPr>
                                      <a:rPr lang="en-US" sz="1200" i="0">
                                        <a:latin typeface="Cambria Math" panose="02040503050406030204" pitchFamily="18" charset="0"/>
                                        <a:ea typeface="Cambria Math" panose="02040503050406030204" pitchFamily="18" charset="0"/>
                                      </a:rPr>
                                      <m:t>load</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m:rPr>
                                                <m:sty m:val="p"/>
                                              </m:rPr>
                                              <a:rPr lang="en-US" sz="1200" i="0">
                                                <a:latin typeface="Cambria Math" panose="02040503050406030204" pitchFamily="18" charset="0"/>
                                                <a:ea typeface="Cambria Math" panose="02040503050406030204" pitchFamily="18" charset="0"/>
                                              </a:rPr>
                                              <m:t>p</m:t>
                                            </m:r>
                                            <m:r>
                                              <m:rPr>
                                                <m:sty m:val="p"/>
                                              </m:rPr>
                                              <a:rPr lang="en-US" sz="1200" b="0" i="0" smtClean="0">
                                                <a:latin typeface="Cambria Math" panose="02040503050406030204" pitchFamily="18" charset="0"/>
                                                <a:ea typeface="Cambria Math" panose="02040503050406030204" pitchFamily="18" charset="0"/>
                                              </a:rPr>
                                              <m:t>in</m:t>
                                            </m:r>
                                          </m:e>
                                          <m:sub>
                                            <m:r>
                                              <a:rPr lang="en-US" sz="1200" i="1">
                                                <a:latin typeface="Cambria Math" panose="02040503050406030204" pitchFamily="18" charset="0"/>
                                                <a:ea typeface="Cambria Math" panose="02040503050406030204" pitchFamily="18" charset="0"/>
                                              </a:rPr>
                                              <m:t>𝑖</m:t>
                                            </m:r>
                                          </m:sub>
                                        </m:sSub>
                                      </m:e>
                                    </m:d>
                                    <m:r>
                                      <a:rPr lang="en-US" sz="1200" i="1">
                                        <a:latin typeface="Cambria Math" panose="02040503050406030204" pitchFamily="18" charset="0"/>
                                        <a:ea typeface="Cambria Math" panose="02040503050406030204" pitchFamily="18" charset="0"/>
                                      </a:rPr>
                                      <m:t>−</m:t>
                                    </m:r>
                                    <m:r>
                                      <m:rPr>
                                        <m:sty m:val="p"/>
                                      </m:rPr>
                                      <a:rPr lang="en-US" sz="1200" b="0" i="0" smtClean="0">
                                        <a:latin typeface="Cambria Math" panose="02040503050406030204" pitchFamily="18" charset="0"/>
                                        <a:ea typeface="Cambria Math" panose="02040503050406030204" pitchFamily="18" charset="0"/>
                                      </a:rPr>
                                      <m:t>M</m:t>
                                    </m:r>
                                    <m:r>
                                      <m:rPr>
                                        <m:sty m:val="p"/>
                                      </m:rPr>
                                      <a:rPr lang="en-US" sz="1200" i="0">
                                        <a:latin typeface="Cambria Math" panose="02040503050406030204" pitchFamily="18" charset="0"/>
                                        <a:ea typeface="Cambria Math" panose="02040503050406030204" pitchFamily="18" charset="0"/>
                                      </a:rPr>
                                      <m:t>aximum</m:t>
                                    </m:r>
                                    <m:r>
                                      <m:rPr>
                                        <m:sty m:val="p"/>
                                      </m:rPr>
                                      <a:rPr lang="en-US" sz="1200" b="0" i="0" smtClean="0">
                                        <a:latin typeface="Cambria Math" panose="02040503050406030204" pitchFamily="18" charset="0"/>
                                        <a:ea typeface="Cambria Math" panose="02040503050406030204" pitchFamily="18" charset="0"/>
                                      </a:rPr>
                                      <m:t>P</m:t>
                                    </m:r>
                                    <m:r>
                                      <m:rPr>
                                        <m:sty m:val="p"/>
                                      </m:rPr>
                                      <a:rPr lang="en-US" sz="1200" i="0">
                                        <a:latin typeface="Cambria Math" panose="02040503050406030204" pitchFamily="18" charset="0"/>
                                        <a:ea typeface="Cambria Math" panose="02040503050406030204" pitchFamily="18" charset="0"/>
                                      </a:rPr>
                                      <m:t>ermitted</m:t>
                                    </m:r>
                                    <m:r>
                                      <m:rPr>
                                        <m:sty m:val="p"/>
                                      </m:rPr>
                                      <a:rPr lang="en-US" sz="1200" b="0" i="0" smtClean="0">
                                        <a:latin typeface="Cambria Math" panose="02040503050406030204" pitchFamily="18" charset="0"/>
                                        <a:ea typeface="Cambria Math" panose="02040503050406030204" pitchFamily="18" charset="0"/>
                                      </a:rPr>
                                      <m:t>L</m:t>
                                    </m:r>
                                    <m:r>
                                      <m:rPr>
                                        <m:sty m:val="p"/>
                                      </m:rPr>
                                      <a:rPr lang="en-US" sz="1200" i="0">
                                        <a:latin typeface="Cambria Math" panose="02040503050406030204" pitchFamily="18" charset="0"/>
                                        <a:ea typeface="Cambria Math" panose="02040503050406030204" pitchFamily="18" charset="0"/>
                                      </a:rPr>
                                      <m:t>oad</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m:rPr>
                                                <m:sty m:val="p"/>
                                              </m:rPr>
                                              <a:rPr lang="en-US" sz="1200" i="0">
                                                <a:latin typeface="Cambria Math" panose="02040503050406030204" pitchFamily="18" charset="0"/>
                                                <a:ea typeface="Cambria Math" panose="02040503050406030204" pitchFamily="18" charset="0"/>
                                              </a:rPr>
                                              <m:t>p</m:t>
                                            </m:r>
                                            <m:r>
                                              <m:rPr>
                                                <m:sty m:val="p"/>
                                              </m:rPr>
                                              <a:rPr lang="en-US" sz="1200" b="0" i="0" smtClean="0">
                                                <a:latin typeface="Cambria Math" panose="02040503050406030204" pitchFamily="18" charset="0"/>
                                                <a:ea typeface="Cambria Math" panose="02040503050406030204" pitchFamily="18" charset="0"/>
                                              </a:rPr>
                                              <m:t>in</m:t>
                                            </m:r>
                                          </m:e>
                                          <m:sub>
                                            <m:r>
                                              <a:rPr lang="en-US" sz="1200" i="1">
                                                <a:latin typeface="Cambria Math" panose="02040503050406030204" pitchFamily="18" charset="0"/>
                                                <a:ea typeface="Cambria Math" panose="02040503050406030204" pitchFamily="18" charset="0"/>
                                              </a:rPr>
                                              <m:t>𝑖</m:t>
                                            </m:r>
                                          </m:sub>
                                        </m:sSub>
                                      </m:e>
                                    </m:d>
                                  </m:e>
                                </m:d>
                              </m:e>
                            </m:nary>
                            <m:r>
                              <a:rPr lang="en-US" sz="1200" b="0" i="1" smtClean="0">
                                <a:latin typeface="Cambria Math" panose="02040503050406030204" pitchFamily="18" charset="0"/>
                                <a:ea typeface="Cambria Math" panose="02040503050406030204" pitchFamily="18" charset="0"/>
                              </a:rPr>
                              <m:t>]</m:t>
                            </m:r>
                          </m:oMath>
                        </m:oMathPara>
                      </a14:m>
                      <a:endParaRPr lang="en-US" sz="1200" b="0" dirty="0">
                        <a:ea typeface="Cambria Math" panose="02040503050406030204" pitchFamily="18" charset="0"/>
                      </a:endParaRPr>
                    </a:p>
                    <a:p>
                      <a:r>
                        <a:rPr lang="en-US" sz="1200" dirty="0"/>
                        <a:t>  + </a:t>
                      </a:r>
                    </a:p>
                  </p:txBody>
                </p:sp>
              </mc:Choice>
              <mc:Fallback xmlns="">
                <p:sp>
                  <p:nvSpPr>
                    <p:cNvPr id="9" name="TextBox 8">
                      <a:extLst>
                        <a:ext uri="{FF2B5EF4-FFF2-40B4-BE49-F238E27FC236}">
                          <a16:creationId xmlns:a16="http://schemas.microsoft.com/office/drawing/2014/main" id="{A04F60E6-7D9E-CDA4-9057-D39EFF2363F9}"/>
                        </a:ext>
                      </a:extLst>
                    </p:cNvPr>
                    <p:cNvSpPr txBox="1">
                      <a:spLocks noRot="1" noChangeAspect="1" noMove="1" noResize="1" noEditPoints="1" noAdjustHandles="1" noChangeArrowheads="1" noChangeShapeType="1" noTextEdit="1"/>
                    </p:cNvSpPr>
                    <p:nvPr/>
                  </p:nvSpPr>
                  <p:spPr>
                    <a:xfrm>
                      <a:off x="1314452" y="3026095"/>
                      <a:ext cx="3932936" cy="1080937"/>
                    </a:xfrm>
                    <a:prstGeom prst="rect">
                      <a:avLst/>
                    </a:prstGeom>
                    <a:blipFill>
                      <a:blip r:embed="rId4"/>
                      <a:stretch>
                        <a:fillRect l="-9457" t="-54950" b="-4802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3C416C8-B907-4446-FD2C-EB4E0E077540}"/>
                      </a:ext>
                    </a:extLst>
                  </p:cNvPr>
                  <p:cNvSpPr txBox="1"/>
                  <p:nvPr/>
                </p:nvSpPr>
                <p:spPr>
                  <a:xfrm>
                    <a:off x="278821" y="4050630"/>
                    <a:ext cx="4533549" cy="414985"/>
                  </a:xfrm>
                  <a:prstGeom prst="rect">
                    <a:avLst/>
                  </a:prstGeom>
                  <a:grp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200" b="0" i="0" smtClean="0">
                              <a:latin typeface="Cambria Math" panose="02040503050406030204" pitchFamily="18" charset="0"/>
                            </a:rPr>
                            <m:t>RuntTimeF</m:t>
                          </m:r>
                          <m:r>
                            <a:rPr lang="en-US" sz="1200" b="0" i="1" smtClean="0">
                              <a:latin typeface="Cambria Math" panose="02040503050406030204" pitchFamily="18" charset="0"/>
                            </a:rPr>
                            <m:t>=</m:t>
                          </m:r>
                          <m:r>
                            <m:rPr>
                              <m:sty m:val="p"/>
                            </m:rPr>
                            <a:rPr lang="en-US" sz="1200" b="0" i="0" smtClean="0">
                              <a:latin typeface="Cambria Math" panose="02040503050406030204" pitchFamily="18" charset="0"/>
                            </a:rPr>
                            <m:t>min</m:t>
                          </m:r>
                          <m:r>
                            <a:rPr lang="en-US" sz="1200" b="0" i="0" smtClean="0">
                              <a:latin typeface="Cambria Math" panose="02040503050406030204" pitchFamily="18" charset="0"/>
                            </a:rPr>
                            <m:t> </m:t>
                          </m:r>
                          <m:d>
                            <m:dPr>
                              <m:begChr m:val="{"/>
                              <m:endChr m:val="}"/>
                              <m:ctrlPr>
                                <a:rPr lang="en-US" sz="1200" b="0" i="1" smtClean="0">
                                  <a:latin typeface="Cambria Math" panose="02040503050406030204" pitchFamily="18" charset="0"/>
                                </a:rPr>
                              </m:ctrlPr>
                            </m:dPr>
                            <m:e>
                              <m:func>
                                <m:funcPr>
                                  <m:ctrlPr>
                                    <a:rPr lang="en-US" sz="1200" i="1">
                                      <a:latin typeface="Cambria Math" panose="02040503050406030204" pitchFamily="18" charset="0"/>
                                    </a:rPr>
                                  </m:ctrlPr>
                                </m:funcPr>
                                <m:fName>
                                  <m:r>
                                    <m:rPr>
                                      <m:sty m:val="p"/>
                                    </m:rPr>
                                    <a:rPr lang="en-US" sz="1200">
                                      <a:latin typeface="Cambria Math" panose="02040503050406030204" pitchFamily="18" charset="0"/>
                                    </a:rPr>
                                    <m:t>max</m:t>
                                  </m:r>
                                </m:fName>
                                <m:e>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0.2</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𝑙𝑜𝑔</m:t>
                                          </m:r>
                                        </m:e>
                                        <m:sub>
                                          <m:r>
                                            <a:rPr lang="en-US" sz="1200" i="1">
                                              <a:latin typeface="Cambria Math" panose="02040503050406030204" pitchFamily="18" charset="0"/>
                                            </a:rPr>
                                            <m:t>2</m:t>
                                          </m:r>
                                        </m:sub>
                                      </m:sSub>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m:rPr>
                                                  <m:sty m:val="p"/>
                                                </m:rPr>
                                                <a:rPr lang="en-US" sz="1200">
                                                  <a:latin typeface="Cambria Math" panose="02040503050406030204" pitchFamily="18" charset="0"/>
                                                </a:rPr>
                                                <m:t>RunTime</m:t>
                                              </m:r>
                                            </m:num>
                                            <m:den>
                                              <m:r>
                                                <m:rPr>
                                                  <m:sty m:val="p"/>
                                                </m:rPr>
                                                <a:rPr lang="en-US" sz="1200">
                                                  <a:latin typeface="Cambria Math" panose="02040503050406030204" pitchFamily="18" charset="0"/>
                                                </a:rPr>
                                                <m:t>MedianRunTime</m:t>
                                              </m:r>
                                            </m:den>
                                          </m:f>
                                        </m:e>
                                      </m:d>
                                      <m:r>
                                        <a:rPr lang="en-US" sz="1200" i="1">
                                          <a:latin typeface="Cambria Math" panose="02040503050406030204" pitchFamily="18" charset="0"/>
                                        </a:rPr>
                                        <m:t>, −</m:t>
                                      </m:r>
                                      <m:r>
                                        <a:rPr lang="en-US" sz="1200" b="0" i="1" smtClean="0">
                                          <a:latin typeface="Cambria Math" panose="02040503050406030204" pitchFamily="18" charset="0"/>
                                        </a:rPr>
                                        <m:t> </m:t>
                                      </m:r>
                                      <m:r>
                                        <a:rPr lang="en-US" sz="1200" i="1">
                                          <a:latin typeface="Cambria Math" panose="02040503050406030204" pitchFamily="18" charset="0"/>
                                        </a:rPr>
                                        <m:t>0.2</m:t>
                                      </m:r>
                                    </m:e>
                                  </m:d>
                                </m:e>
                              </m:func>
                              <m:r>
                                <a:rPr lang="en-US" sz="1200" b="0" i="1" smtClean="0">
                                  <a:latin typeface="Cambria Math" panose="02040503050406030204" pitchFamily="18" charset="0"/>
                                </a:rPr>
                                <m:t>,0.2</m:t>
                              </m:r>
                            </m:e>
                          </m:d>
                        </m:oMath>
                      </m:oMathPara>
                    </a14:m>
                    <a:endParaRPr lang="en-TW" sz="1200" dirty="0"/>
                  </a:p>
                </p:txBody>
              </p:sp>
            </mc:Choice>
            <mc:Fallback xmlns="">
              <p:sp>
                <p:nvSpPr>
                  <p:cNvPr id="21" name="TextBox 20">
                    <a:extLst>
                      <a:ext uri="{FF2B5EF4-FFF2-40B4-BE49-F238E27FC236}">
                        <a16:creationId xmlns:a16="http://schemas.microsoft.com/office/drawing/2014/main" id="{63C416C8-B907-4446-FD2C-EB4E0E077540}"/>
                      </a:ext>
                    </a:extLst>
                  </p:cNvPr>
                  <p:cNvSpPr txBox="1">
                    <a:spLocks noRot="1" noChangeAspect="1" noMove="1" noResize="1" noEditPoints="1" noAdjustHandles="1" noChangeArrowheads="1" noChangeShapeType="1" noTextEdit="1"/>
                  </p:cNvSpPr>
                  <p:nvPr/>
                </p:nvSpPr>
                <p:spPr>
                  <a:xfrm>
                    <a:off x="278821" y="4050630"/>
                    <a:ext cx="4533549" cy="414985"/>
                  </a:xfrm>
                  <a:prstGeom prst="rect">
                    <a:avLst/>
                  </a:prstGeom>
                  <a:blipFill>
                    <a:blip r:embed="rId5"/>
                    <a:stretch>
                      <a:fillRect l="-672"/>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640C311-5FD2-EE83-BA98-1BED9DF38E90}"/>
                  </a:ext>
                </a:extLst>
              </p:cNvPr>
              <p:cNvSpPr txBox="1"/>
              <p:nvPr/>
            </p:nvSpPr>
            <p:spPr>
              <a:xfrm>
                <a:off x="370846" y="3948365"/>
                <a:ext cx="3578479"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1" i="0" smtClean="0">
                          <a:solidFill>
                            <a:schemeClr val="accent2"/>
                          </a:solidFill>
                          <a:latin typeface="Cambria Math" panose="02040503050406030204" pitchFamily="18" charset="0"/>
                        </a:rPr>
                        <m:t>𝐟𝐢𝐧𝐚𝐥𝐒𝐜𝐨𝐫𝐞</m:t>
                      </m:r>
                      <m:r>
                        <a:rPr lang="en-US" sz="1200" b="1" i="1" smtClean="0">
                          <a:solidFill>
                            <a:schemeClr val="accent2"/>
                          </a:solidFill>
                          <a:latin typeface="Cambria Math" panose="02040503050406030204" pitchFamily="18" charset="0"/>
                        </a:rPr>
                        <m:t>=</m:t>
                      </m:r>
                      <m:r>
                        <a:rPr lang="en-US" sz="1200" b="1" i="1" smtClean="0">
                          <a:solidFill>
                            <a:schemeClr val="accent2"/>
                          </a:solidFill>
                          <a:latin typeface="Cambria Math" panose="02040503050406030204" pitchFamily="18" charset="0"/>
                          <a:ea typeface="Cambria Math" panose="02040503050406030204" pitchFamily="18" charset="0"/>
                        </a:rPr>
                        <m:t>𝟏𝟎𝟎</m:t>
                      </m:r>
                      <m:r>
                        <a:rPr lang="en-US" sz="1200" b="1" i="1" smtClean="0">
                          <a:solidFill>
                            <a:schemeClr val="accent2"/>
                          </a:solidFill>
                          <a:latin typeface="Cambria Math" panose="02040503050406030204" pitchFamily="18" charset="0"/>
                          <a:ea typeface="Cambria Math" panose="02040503050406030204" pitchFamily="18" charset="0"/>
                        </a:rPr>
                        <m:t>×</m:t>
                      </m:r>
                      <m:f>
                        <m:fPr>
                          <m:ctrlPr>
                            <a:rPr lang="en-US" sz="1200" b="1" i="1" smtClean="0">
                              <a:solidFill>
                                <a:schemeClr val="accent2"/>
                              </a:solidFill>
                              <a:latin typeface="Cambria Math" panose="02040503050406030204" pitchFamily="18" charset="0"/>
                              <a:ea typeface="Cambria Math" panose="02040503050406030204" pitchFamily="18" charset="0"/>
                            </a:rPr>
                          </m:ctrlPr>
                        </m:fPr>
                        <m:num>
                          <m:r>
                            <a:rPr lang="en-US" sz="1200" b="1" i="0" smtClean="0">
                              <a:solidFill>
                                <a:schemeClr val="accent2"/>
                              </a:solidFill>
                              <a:latin typeface="Cambria Math" panose="02040503050406030204" pitchFamily="18" charset="0"/>
                              <a:ea typeface="Cambria Math" panose="02040503050406030204" pitchFamily="18" charset="0"/>
                            </a:rPr>
                            <m:t>𝐋𝐞𝐚𝐬𝐭</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𝐑𝐚𝐰𝐒𝐜𝐨𝐫𝐞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𝐚𝐜𝐫𝐨𝐬𝐬</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𝐭𝐞𝐚𝐦𝐬</m:t>
                          </m:r>
                        </m:num>
                        <m:den>
                          <m:r>
                            <a:rPr lang="en-US" sz="1200" b="1" i="0" smtClean="0">
                              <a:solidFill>
                                <a:schemeClr val="accent2"/>
                              </a:solidFill>
                              <a:latin typeface="Cambria Math" panose="02040503050406030204" pitchFamily="18" charset="0"/>
                              <a:ea typeface="Cambria Math" panose="02040503050406030204" pitchFamily="18" charset="0"/>
                            </a:rPr>
                            <m:t>𝐑𝐚𝐰𝐒𝐜𝐨𝐫𝐞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𝐨𝐟</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𝐭𝐡𝐞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𝐭𝐞𝐚𝐦</m:t>
                          </m:r>
                        </m:den>
                      </m:f>
                    </m:oMath>
                  </m:oMathPara>
                </a14:m>
                <a:endParaRPr lang="en-TW" sz="1200" b="1" dirty="0">
                  <a:solidFill>
                    <a:schemeClr val="accent2"/>
                  </a:solidFill>
                </a:endParaRPr>
              </a:p>
            </p:txBody>
          </p:sp>
        </mc:Choice>
        <mc:Fallback xmlns="">
          <p:sp>
            <p:nvSpPr>
              <p:cNvPr id="24" name="TextBox 23">
                <a:extLst>
                  <a:ext uri="{FF2B5EF4-FFF2-40B4-BE49-F238E27FC236}">
                    <a16:creationId xmlns:a16="http://schemas.microsoft.com/office/drawing/2014/main" id="{C640C311-5FD2-EE83-BA98-1BED9DF38E90}"/>
                  </a:ext>
                </a:extLst>
              </p:cNvPr>
              <p:cNvSpPr txBox="1">
                <a:spLocks noRot="1" noChangeAspect="1" noMove="1" noResize="1" noEditPoints="1" noAdjustHandles="1" noChangeArrowheads="1" noChangeShapeType="1" noTextEdit="1"/>
              </p:cNvSpPr>
              <p:nvPr/>
            </p:nvSpPr>
            <p:spPr>
              <a:xfrm>
                <a:off x="370846" y="3948365"/>
                <a:ext cx="3578479" cy="346890"/>
              </a:xfrm>
              <a:prstGeom prst="rect">
                <a:avLst/>
              </a:prstGeom>
              <a:blipFill>
                <a:blip r:embed="rId6"/>
                <a:stretch>
                  <a:fillRect l="-170" t="-3509" b="-15789"/>
                </a:stretch>
              </a:blipFill>
            </p:spPr>
            <p:txBody>
              <a:bodyPr/>
              <a:lstStyle/>
              <a:p>
                <a:r>
                  <a:rPr lang="en-US">
                    <a:noFill/>
                  </a:rPr>
                  <a:t> </a:t>
                </a:r>
              </a:p>
            </p:txBody>
          </p:sp>
        </mc:Fallback>
      </mc:AlternateContent>
      <p:sp>
        <p:nvSpPr>
          <p:cNvPr id="3" name="Google Shape;253;p60">
            <a:extLst>
              <a:ext uri="{FF2B5EF4-FFF2-40B4-BE49-F238E27FC236}">
                <a16:creationId xmlns:a16="http://schemas.microsoft.com/office/drawing/2014/main" id="{35F1EE2D-1459-1A8D-8817-128262AEA2D6}"/>
              </a:ext>
            </a:extLst>
          </p:cNvPr>
          <p:cNvSpPr txBox="1">
            <a:spLocks noGrp="1"/>
          </p:cNvSpPr>
          <p:nvPr>
            <p:ph type="body" idx="1"/>
          </p:nvPr>
        </p:nvSpPr>
        <p:spPr>
          <a:xfrm>
            <a:off x="228600" y="539740"/>
            <a:ext cx="8686776" cy="636155"/>
          </a:xfrm>
          <a:prstGeom prst="rect">
            <a:avLst/>
          </a:prstGeom>
          <a:noFill/>
          <a:ln>
            <a:noFill/>
          </a:ln>
        </p:spPr>
        <p:txBody>
          <a:bodyPr spcFirstLastPara="1" wrap="square" lIns="68575" tIns="34275" rIns="68575" bIns="34275" anchor="t" anchorCtr="0">
            <a:noAutofit/>
          </a:bodyPr>
          <a:lstStyle/>
          <a:p>
            <a:pPr marL="133350" indent="0">
              <a:lnSpc>
                <a:spcPct val="150000"/>
              </a:lnSpc>
              <a:buNone/>
            </a:pPr>
            <a:r>
              <a:rPr lang="en-US" b="0" dirty="0"/>
              <a:t>Convert the constrained optimization problem into a score function using a penalty approach.</a:t>
            </a:r>
            <a:endParaRPr lang="en-US" b="0" dirty="0">
              <a:solidFill>
                <a:srgbClr val="000000"/>
              </a:solidFill>
              <a:effectLst/>
              <a:latin typeface="Helvetica" pitchFamily="2" charset="0"/>
            </a:endParaRPr>
          </a:p>
        </p:txBody>
      </p:sp>
      <p:sp>
        <p:nvSpPr>
          <p:cNvPr id="13" name="TextBox 12">
            <a:extLst>
              <a:ext uri="{FF2B5EF4-FFF2-40B4-BE49-F238E27FC236}">
                <a16:creationId xmlns:a16="http://schemas.microsoft.com/office/drawing/2014/main" id="{B9D7FA7A-32E6-B975-6B1B-C77B1EEB93CE}"/>
              </a:ext>
            </a:extLst>
          </p:cNvPr>
          <p:cNvSpPr txBox="1"/>
          <p:nvPr/>
        </p:nvSpPr>
        <p:spPr>
          <a:xfrm>
            <a:off x="5459240" y="1584149"/>
            <a:ext cx="1747318" cy="307777"/>
          </a:xfrm>
          <a:prstGeom prst="rect">
            <a:avLst/>
          </a:prstGeom>
          <a:noFill/>
        </p:spPr>
        <p:txBody>
          <a:bodyPr wrap="square" rtlCol="0">
            <a:spAutoFit/>
          </a:bodyPr>
          <a:lstStyle/>
          <a:p>
            <a:r>
              <a:rPr lang="en-TW" b="1" dirty="0">
                <a:solidFill>
                  <a:schemeClr val="accent2"/>
                </a:solidFill>
              </a:rPr>
              <a:t>slack penalty</a:t>
            </a:r>
          </a:p>
        </p:txBody>
      </p:sp>
      <p:sp>
        <p:nvSpPr>
          <p:cNvPr id="42" name="TextBox 41">
            <a:extLst>
              <a:ext uri="{FF2B5EF4-FFF2-40B4-BE49-F238E27FC236}">
                <a16:creationId xmlns:a16="http://schemas.microsoft.com/office/drawing/2014/main" id="{6079137F-19EA-16E6-7521-BEC140A69C12}"/>
              </a:ext>
            </a:extLst>
          </p:cNvPr>
          <p:cNvSpPr txBox="1"/>
          <p:nvPr/>
        </p:nvSpPr>
        <p:spPr>
          <a:xfrm>
            <a:off x="5459240" y="1873122"/>
            <a:ext cx="1747318" cy="307777"/>
          </a:xfrm>
          <a:prstGeom prst="rect">
            <a:avLst/>
          </a:prstGeom>
          <a:noFill/>
        </p:spPr>
        <p:txBody>
          <a:bodyPr wrap="square" rtlCol="0">
            <a:spAutoFit/>
          </a:bodyPr>
          <a:lstStyle/>
          <a:p>
            <a:r>
              <a:rPr lang="en-TW" b="1" dirty="0">
                <a:solidFill>
                  <a:schemeClr val="accent2"/>
                </a:solidFill>
              </a:rPr>
              <a:t>slew penalty</a:t>
            </a:r>
          </a:p>
        </p:txBody>
      </p:sp>
      <p:sp>
        <p:nvSpPr>
          <p:cNvPr id="43" name="TextBox 42">
            <a:extLst>
              <a:ext uri="{FF2B5EF4-FFF2-40B4-BE49-F238E27FC236}">
                <a16:creationId xmlns:a16="http://schemas.microsoft.com/office/drawing/2014/main" id="{4307FCB9-BD10-EA21-7474-E44FBCF75024}"/>
              </a:ext>
            </a:extLst>
          </p:cNvPr>
          <p:cNvSpPr txBox="1"/>
          <p:nvPr/>
        </p:nvSpPr>
        <p:spPr>
          <a:xfrm>
            <a:off x="5459240" y="2316164"/>
            <a:ext cx="1747318" cy="307777"/>
          </a:xfrm>
          <a:prstGeom prst="rect">
            <a:avLst/>
          </a:prstGeom>
          <a:noFill/>
        </p:spPr>
        <p:txBody>
          <a:bodyPr wrap="square" rtlCol="0">
            <a:spAutoFit/>
          </a:bodyPr>
          <a:lstStyle/>
          <a:p>
            <a:r>
              <a:rPr lang="en-TW" b="1" dirty="0">
                <a:solidFill>
                  <a:schemeClr val="accent2"/>
                </a:solidFill>
              </a:rPr>
              <a:t>load penalty</a:t>
            </a:r>
          </a:p>
        </p:txBody>
      </p:sp>
      <p:cxnSp>
        <p:nvCxnSpPr>
          <p:cNvPr id="48" name="Straight Arrow Connector 47">
            <a:extLst>
              <a:ext uri="{FF2B5EF4-FFF2-40B4-BE49-F238E27FC236}">
                <a16:creationId xmlns:a16="http://schemas.microsoft.com/office/drawing/2014/main" id="{AE16AFA9-2A14-5CAE-DFD0-1A89712CFE2A}"/>
              </a:ext>
            </a:extLst>
          </p:cNvPr>
          <p:cNvCxnSpPr>
            <a:cxnSpLocks/>
          </p:cNvCxnSpPr>
          <p:nvPr/>
        </p:nvCxnSpPr>
        <p:spPr>
          <a:xfrm>
            <a:off x="4728274" y="2045240"/>
            <a:ext cx="73096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BBD200E-54D8-E33C-4EF3-2493EE4BE889}"/>
              </a:ext>
            </a:extLst>
          </p:cNvPr>
          <p:cNvCxnSpPr>
            <a:cxnSpLocks/>
          </p:cNvCxnSpPr>
          <p:nvPr/>
        </p:nvCxnSpPr>
        <p:spPr>
          <a:xfrm>
            <a:off x="4728274" y="2478902"/>
            <a:ext cx="73096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639D76F-EFC2-9D25-D503-2D1251ECFA30}"/>
              </a:ext>
            </a:extLst>
          </p:cNvPr>
          <p:cNvSpPr txBox="1"/>
          <p:nvPr/>
        </p:nvSpPr>
        <p:spPr>
          <a:xfrm>
            <a:off x="5414828" y="3660388"/>
            <a:ext cx="3583459" cy="523220"/>
          </a:xfrm>
          <a:prstGeom prst="rect">
            <a:avLst/>
          </a:prstGeom>
          <a:noFill/>
        </p:spPr>
        <p:txBody>
          <a:bodyPr wrap="square" rtlCol="0">
            <a:spAutoFit/>
          </a:bodyPr>
          <a:lstStyle/>
          <a:p>
            <a:r>
              <a:rPr lang="en-TW" b="1" dirty="0"/>
              <a:t>Evaluation Platform:</a:t>
            </a:r>
          </a:p>
          <a:p>
            <a:r>
              <a:rPr lang="en-TW" dirty="0"/>
              <a:t>4 NVIDIA A100 GPUs and 8 CPU threads</a:t>
            </a:r>
          </a:p>
        </p:txBody>
      </p:sp>
      <p:sp>
        <p:nvSpPr>
          <p:cNvPr id="12" name="TextBox 11">
            <a:extLst>
              <a:ext uri="{FF2B5EF4-FFF2-40B4-BE49-F238E27FC236}">
                <a16:creationId xmlns:a16="http://schemas.microsoft.com/office/drawing/2014/main" id="{BF9D2138-5B30-5AED-B2A1-33B2CA696059}"/>
              </a:ext>
            </a:extLst>
          </p:cNvPr>
          <p:cNvSpPr txBox="1"/>
          <p:nvPr/>
        </p:nvSpPr>
        <p:spPr>
          <a:xfrm>
            <a:off x="5459239" y="2680499"/>
            <a:ext cx="2143343" cy="307777"/>
          </a:xfrm>
          <a:prstGeom prst="rect">
            <a:avLst/>
          </a:prstGeom>
          <a:noFill/>
        </p:spPr>
        <p:txBody>
          <a:bodyPr wrap="square" rtlCol="0">
            <a:spAutoFit/>
          </a:bodyPr>
          <a:lstStyle/>
          <a:p>
            <a:r>
              <a:rPr lang="en-US" b="1" dirty="0">
                <a:solidFill>
                  <a:schemeClr val="accent2"/>
                </a:solidFill>
              </a:rPr>
              <a:t>congestion</a:t>
            </a:r>
            <a:r>
              <a:rPr lang="en-TW" b="1" dirty="0">
                <a:solidFill>
                  <a:schemeClr val="accent2"/>
                </a:solidFill>
              </a:rPr>
              <a:t> penalty</a:t>
            </a:r>
          </a:p>
        </p:txBody>
      </p:sp>
      <p:cxnSp>
        <p:nvCxnSpPr>
          <p:cNvPr id="16" name="Straight Arrow Connector 15">
            <a:extLst>
              <a:ext uri="{FF2B5EF4-FFF2-40B4-BE49-F238E27FC236}">
                <a16:creationId xmlns:a16="http://schemas.microsoft.com/office/drawing/2014/main" id="{32209CC8-1B5D-B17A-62D1-236A8041DFE8}"/>
              </a:ext>
            </a:extLst>
          </p:cNvPr>
          <p:cNvCxnSpPr>
            <a:cxnSpLocks/>
          </p:cNvCxnSpPr>
          <p:nvPr/>
        </p:nvCxnSpPr>
        <p:spPr>
          <a:xfrm>
            <a:off x="4711277" y="2921514"/>
            <a:ext cx="73096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222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7B77E873-AA99-8762-244B-3E761E84628F}"/>
            </a:ext>
          </a:extLst>
        </p:cNvPr>
        <p:cNvGrpSpPr/>
        <p:nvPr/>
      </p:nvGrpSpPr>
      <p:grpSpPr>
        <a:xfrm>
          <a:off x="0" y="0"/>
          <a:ext cx="0" cy="0"/>
          <a:chOff x="0" y="0"/>
          <a:chExt cx="0" cy="0"/>
        </a:xfrm>
      </p:grpSpPr>
      <p:sp>
        <p:nvSpPr>
          <p:cNvPr id="237" name="Google Shape;237;p58">
            <a:extLst>
              <a:ext uri="{FF2B5EF4-FFF2-40B4-BE49-F238E27FC236}">
                <a16:creationId xmlns:a16="http://schemas.microsoft.com/office/drawing/2014/main" id="{20412F7A-E860-9C63-727C-3BB6B64F8F18}"/>
              </a:ext>
            </a:extLst>
          </p:cNvPr>
          <p:cNvSpPr txBox="1">
            <a:spLocks noGrp="1"/>
          </p:cNvSpPr>
          <p:nvPr>
            <p:ph type="title"/>
          </p:nvPr>
        </p:nvSpPr>
        <p:spPr>
          <a:xfrm>
            <a:off x="228600" y="171450"/>
            <a:ext cx="8686800" cy="438912"/>
          </a:xfrm>
          <a:prstGeom prst="rect">
            <a:avLst/>
          </a:prstGeom>
          <a:noFill/>
          <a:ln>
            <a:noFill/>
          </a:ln>
        </p:spPr>
        <p:txBody>
          <a:bodyPr spcFirstLastPara="1" wrap="square" lIns="69050" tIns="34525" rIns="69050" bIns="34525" anchor="ctr" anchorCtr="0">
            <a:noAutofit/>
          </a:bodyPr>
          <a:lstStyle/>
          <a:p>
            <a:pPr>
              <a:lnSpc>
                <a:spcPct val="87500"/>
              </a:lnSpc>
            </a:pPr>
            <a:r>
              <a:rPr lang="en-US" dirty="0">
                <a:solidFill>
                  <a:schemeClr val="tx1"/>
                </a:solidFill>
              </a:rPr>
              <a:t>Evaluation Score</a:t>
            </a:r>
          </a:p>
        </p:txBody>
      </p:sp>
      <p:grpSp>
        <p:nvGrpSpPr>
          <p:cNvPr id="36" name="Group 35">
            <a:extLst>
              <a:ext uri="{FF2B5EF4-FFF2-40B4-BE49-F238E27FC236}">
                <a16:creationId xmlns:a16="http://schemas.microsoft.com/office/drawing/2014/main" id="{B19E15AD-5BCB-C99E-F9CC-38A1E8CF7A4C}"/>
              </a:ext>
            </a:extLst>
          </p:cNvPr>
          <p:cNvGrpSpPr/>
          <p:nvPr/>
        </p:nvGrpSpPr>
        <p:grpSpPr>
          <a:xfrm>
            <a:off x="295818" y="1339515"/>
            <a:ext cx="4626997" cy="2454640"/>
            <a:chOff x="185373" y="1339516"/>
            <a:chExt cx="4626997" cy="2146291"/>
          </a:xfrm>
        </p:grpSpPr>
        <p:sp>
          <p:nvSpPr>
            <p:cNvPr id="34" name="Rectangle 33">
              <a:extLst>
                <a:ext uri="{FF2B5EF4-FFF2-40B4-BE49-F238E27FC236}">
                  <a16:creationId xmlns:a16="http://schemas.microsoft.com/office/drawing/2014/main" id="{E5097937-6770-06A1-20F3-3CB438C64FF0}"/>
                </a:ext>
              </a:extLst>
            </p:cNvPr>
            <p:cNvSpPr/>
            <p:nvPr/>
          </p:nvSpPr>
          <p:spPr>
            <a:xfrm>
              <a:off x="185373" y="1339516"/>
              <a:ext cx="4626997" cy="20293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grpSp>
          <p:nvGrpSpPr>
            <p:cNvPr id="2" name="Group 1">
              <a:extLst>
                <a:ext uri="{FF2B5EF4-FFF2-40B4-BE49-F238E27FC236}">
                  <a16:creationId xmlns:a16="http://schemas.microsoft.com/office/drawing/2014/main" id="{F783A849-38A6-6AC6-FF8B-D8DC4AE9FE83}"/>
                </a:ext>
              </a:extLst>
            </p:cNvPr>
            <p:cNvGrpSpPr/>
            <p:nvPr/>
          </p:nvGrpSpPr>
          <p:grpSpPr>
            <a:xfrm>
              <a:off x="228600" y="1414227"/>
              <a:ext cx="4583770" cy="2071580"/>
              <a:chOff x="228600" y="2394035"/>
              <a:chExt cx="4583770" cy="2071580"/>
            </a:xfrm>
            <a:noFill/>
          </p:grpSpPr>
          <p:grpSp>
            <p:nvGrpSpPr>
              <p:cNvPr id="11" name="Group 10">
                <a:extLst>
                  <a:ext uri="{FF2B5EF4-FFF2-40B4-BE49-F238E27FC236}">
                    <a16:creationId xmlns:a16="http://schemas.microsoft.com/office/drawing/2014/main" id="{54B3BC51-6F62-D316-3FC7-7CAFD58D1D61}"/>
                  </a:ext>
                </a:extLst>
              </p:cNvPr>
              <p:cNvGrpSpPr/>
              <p:nvPr/>
            </p:nvGrpSpPr>
            <p:grpSpPr>
              <a:xfrm>
                <a:off x="228600" y="2394035"/>
                <a:ext cx="4536579" cy="1522540"/>
                <a:chOff x="710809" y="2584492"/>
                <a:chExt cx="4536579" cy="1522540"/>
              </a:xfrm>
              <a:grpFill/>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8A419B7-B42B-8E47-1FA4-45406A50D727}"/>
                        </a:ext>
                      </a:extLst>
                    </p:cNvPr>
                    <p:cNvSpPr txBox="1"/>
                    <p:nvPr/>
                  </p:nvSpPr>
                  <p:spPr>
                    <a:xfrm>
                      <a:off x="710809" y="2584492"/>
                      <a:ext cx="4070986" cy="362855"/>
                    </a:xfrm>
                    <a:prstGeom prst="rect">
                      <a:avLst/>
                    </a:prstGeom>
                    <a:grp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200" smtClean="0">
                                <a:latin typeface="Cambria Math" panose="02040503050406030204" pitchFamily="18" charset="0"/>
                              </a:rPr>
                              <m:t>R</m:t>
                            </m:r>
                            <m:r>
                              <m:rPr>
                                <m:sty m:val="p"/>
                              </m:rPr>
                              <a:rPr lang="en-US" sz="1200" b="0" i="0" smtClean="0">
                                <a:latin typeface="Cambria Math" panose="02040503050406030204" pitchFamily="18" charset="0"/>
                              </a:rPr>
                              <m:t>awScore</m:t>
                            </m:r>
                            <m:r>
                              <a:rPr lang="en-US" sz="1200" b="0" i="1" smtClean="0">
                                <a:latin typeface="Cambria Math" panose="02040503050406030204" pitchFamily="18" charset="0"/>
                              </a:rPr>
                              <m:t>=</m:t>
                            </m:r>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1+</m:t>
                                </m:r>
                                <m:r>
                                  <m:rPr>
                                    <m:sty m:val="p"/>
                                  </m:rPr>
                                  <a:rPr lang="en-US" sz="1200" b="0" i="0" smtClean="0">
                                    <a:latin typeface="Cambria Math" panose="02040503050406030204" pitchFamily="18" charset="0"/>
                                    <a:ea typeface="Cambria Math" panose="02040503050406030204" pitchFamily="18" charset="0"/>
                                  </a:rPr>
                                  <m:t>RunTimeF</m:t>
                                </m:r>
                              </m:e>
                            </m:d>
                            <m:r>
                              <a:rPr lang="en-US" sz="1200" b="0" i="1" smtClean="0">
                                <a:latin typeface="Cambria Math" panose="02040503050406030204" pitchFamily="18" charset="0"/>
                                <a:ea typeface="Cambria Math" panose="02040503050406030204" pitchFamily="18" charset="0"/>
                              </a:rPr>
                              <m:t> × [</m:t>
                            </m:r>
                            <m:d>
                              <m:dPr>
                                <m:ctrlPr>
                                  <a:rPr lang="en-US" sz="1200" b="0" i="1" smtClean="0">
                                    <a:latin typeface="Cambria Math" panose="02040503050406030204" pitchFamily="18" charset="0"/>
                                    <a:ea typeface="Cambria Math" panose="02040503050406030204" pitchFamily="18" charset="0"/>
                                  </a:rPr>
                                </m:ctrlPr>
                              </m:dPr>
                              <m:e>
                                <m:f>
                                  <m:fPr>
                                    <m:ctrlPr>
                                      <a:rPr lang="en-US" sz="1200" b="0" i="1" smtClean="0">
                                        <a:latin typeface="Cambria Math" panose="02040503050406030204" pitchFamily="18" charset="0"/>
                                        <a:ea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𝑙𝑒𝑎𝑘𝑎𝑔𝑒𝑃𝑜𝑤𝑒𝑟</m:t>
                                    </m:r>
                                  </m:num>
                                  <m:den>
                                    <m:r>
                                      <a:rPr lang="en-US" sz="1200" i="1">
                                        <a:latin typeface="Cambria Math" panose="02040503050406030204" pitchFamily="18" charset="0"/>
                                        <a:ea typeface="Cambria Math" panose="02040503050406030204" pitchFamily="18" charset="0"/>
                                      </a:rPr>
                                      <m:t>𝑏𝑎𝑠𝑒𝑙𝑖𝑛𝑒𝐿𝑒𝑎𝑘𝑎𝑔𝑒𝑃𝑜𝑤𝑒𝑟</m:t>
                                    </m:r>
                                  </m:den>
                                </m:f>
                              </m:e>
                            </m:d>
                          </m:oMath>
                        </m:oMathPara>
                      </a14:m>
                      <a:endParaRPr lang="en-TW" sz="1200" dirty="0"/>
                    </a:p>
                  </p:txBody>
                </p:sp>
              </mc:Choice>
              <mc:Fallback xmlns="">
                <p:sp>
                  <p:nvSpPr>
                    <p:cNvPr id="5" name="TextBox 4">
                      <a:extLst>
                        <a:ext uri="{FF2B5EF4-FFF2-40B4-BE49-F238E27FC236}">
                          <a16:creationId xmlns:a16="http://schemas.microsoft.com/office/drawing/2014/main" id="{F8A419B7-B42B-8E47-1FA4-45406A50D727}"/>
                        </a:ext>
                      </a:extLst>
                    </p:cNvPr>
                    <p:cNvSpPr txBox="1">
                      <a:spLocks noRot="1" noChangeAspect="1" noMove="1" noResize="1" noEditPoints="1" noAdjustHandles="1" noChangeArrowheads="1" noChangeShapeType="1" noTextEdit="1"/>
                    </p:cNvSpPr>
                    <p:nvPr/>
                  </p:nvSpPr>
                  <p:spPr>
                    <a:xfrm>
                      <a:off x="710809" y="2584492"/>
                      <a:ext cx="4070986" cy="362855"/>
                    </a:xfrm>
                    <a:prstGeom prst="rect">
                      <a:avLst/>
                    </a:prstGeom>
                    <a:blipFill>
                      <a:blip r:embed="rId3"/>
                      <a:stretch>
                        <a:fillRect l="-300" b="-132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DEC2258-A4BA-DF4B-E413-6835C67CB511}"/>
                        </a:ext>
                      </a:extLst>
                    </p:cNvPr>
                    <p:cNvSpPr txBox="1"/>
                    <p:nvPr/>
                  </p:nvSpPr>
                  <p:spPr>
                    <a:xfrm>
                      <a:off x="1314452" y="3026095"/>
                      <a:ext cx="3932936" cy="1080937"/>
                    </a:xfrm>
                    <a:prstGeom prst="rect">
                      <a:avLst/>
                    </a:prstGeom>
                    <a:grp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ea typeface="Cambria Math" panose="02040503050406030204" pitchFamily="18" charset="0"/>
                              </a:rPr>
                              <m:t>+ </m:t>
                            </m:r>
                            <m:nary>
                              <m:naryPr>
                                <m:chr m:val="∑"/>
                                <m:supHide m:val="on"/>
                                <m:ctrlPr>
                                  <a:rPr lang="en-US" sz="1200" b="0" i="1" smtClean="0">
                                    <a:latin typeface="Cambria Math" panose="02040503050406030204" pitchFamily="18" charset="0"/>
                                    <a:ea typeface="Cambria Math" panose="02040503050406030204" pitchFamily="18" charset="0"/>
                                  </a:rPr>
                                </m:ctrlPr>
                              </m:naryPr>
                              <m:sub>
                                <m:r>
                                  <m:rPr>
                                    <m:brk m:alnAt="7"/>
                                  </m:rPr>
                                  <a:rPr lang="en-US" sz="1200" b="0" i="1" smtClean="0">
                                    <a:latin typeface="Cambria Math" panose="02040503050406030204" pitchFamily="18" charset="0"/>
                                    <a:ea typeface="Cambria Math" panose="02040503050406030204" pitchFamily="18" charset="0"/>
                                  </a:rPr>
                                  <m:t>𝑖</m:t>
                                </m:r>
                              </m:sub>
                              <m:sup/>
                              <m:e>
                                <m:r>
                                  <a:rPr lang="en-US" sz="1200" b="0" i="1" smtClean="0">
                                    <a:latin typeface="Cambria Math" panose="02040503050406030204" pitchFamily="18" charset="0"/>
                                    <a:ea typeface="Cambria Math" panose="02040503050406030204" pitchFamily="18" charset="0"/>
                                  </a:rPr>
                                  <m:t>20×</m:t>
                                </m:r>
                                <m:d>
                                  <m:dPr>
                                    <m:ctrlPr>
                                      <a:rPr lang="en-US" sz="1200" b="0" i="1" smtClean="0">
                                        <a:latin typeface="Cambria Math" panose="02040503050406030204" pitchFamily="18" charset="0"/>
                                        <a:ea typeface="Cambria Math" panose="02040503050406030204" pitchFamily="18" charset="0"/>
                                      </a:rPr>
                                    </m:ctrlPr>
                                  </m:dPr>
                                  <m:e>
                                    <m:r>
                                      <m:rPr>
                                        <m:sty m:val="p"/>
                                      </m:rPr>
                                      <a:rPr lang="en-US" sz="1200" b="0" i="0" smtClean="0">
                                        <a:latin typeface="Cambria Math" panose="02040503050406030204" pitchFamily="18" charset="0"/>
                                        <a:ea typeface="Cambria Math" panose="02040503050406030204" pitchFamily="18" charset="0"/>
                                      </a:rPr>
                                      <m:t>slew</m:t>
                                    </m:r>
                                    <m:d>
                                      <m:dPr>
                                        <m:ctrlPr>
                                          <a:rPr lang="en-US" sz="1200" b="0" i="1" smtClean="0">
                                            <a:latin typeface="Cambria Math" panose="02040503050406030204" pitchFamily="18" charset="0"/>
                                            <a:ea typeface="Cambria Math" panose="02040503050406030204" pitchFamily="18" charset="0"/>
                                          </a:rPr>
                                        </m:ctrlPr>
                                      </m:dPr>
                                      <m:e>
                                        <m:sSub>
                                          <m:sSubPr>
                                            <m:ctrlPr>
                                              <a:rPr lang="en-US" sz="1200" b="0" i="1" smtClean="0">
                                                <a:latin typeface="Cambria Math" panose="02040503050406030204" pitchFamily="18" charset="0"/>
                                                <a:ea typeface="Cambria Math" panose="02040503050406030204" pitchFamily="18" charset="0"/>
                                              </a:rPr>
                                            </m:ctrlPr>
                                          </m:sSubPr>
                                          <m:e>
                                            <m:r>
                                              <m:rPr>
                                                <m:sty m:val="p"/>
                                              </m:rPr>
                                              <a:rPr lang="en-US" sz="1200" b="0" i="0" smtClean="0">
                                                <a:latin typeface="Cambria Math" panose="02040503050406030204" pitchFamily="18" charset="0"/>
                                                <a:ea typeface="Cambria Math" panose="02040503050406030204" pitchFamily="18" charset="0"/>
                                              </a:rPr>
                                              <m:t>pin</m:t>
                                            </m:r>
                                          </m:e>
                                          <m:sub>
                                            <m:r>
                                              <a:rPr lang="en-US" sz="1200" b="0" i="1" smtClean="0">
                                                <a:latin typeface="Cambria Math" panose="02040503050406030204" pitchFamily="18" charset="0"/>
                                                <a:ea typeface="Cambria Math" panose="02040503050406030204" pitchFamily="18" charset="0"/>
                                              </a:rPr>
                                              <m:t>𝑖</m:t>
                                            </m:r>
                                          </m:sub>
                                        </m:sSub>
                                      </m:e>
                                    </m:d>
                                    <m:r>
                                      <a:rPr lang="en-US" sz="1200" b="0" i="1" smtClean="0">
                                        <a:latin typeface="Cambria Math" panose="02040503050406030204" pitchFamily="18" charset="0"/>
                                        <a:ea typeface="Cambria Math" panose="02040503050406030204" pitchFamily="18" charset="0"/>
                                      </a:rPr>
                                      <m:t>−</m:t>
                                    </m:r>
                                    <m:r>
                                      <m:rPr>
                                        <m:sty m:val="p"/>
                                      </m:rPr>
                                      <a:rPr lang="en-US" sz="1200" b="0" i="0" smtClean="0">
                                        <a:latin typeface="Cambria Math" panose="02040503050406030204" pitchFamily="18" charset="0"/>
                                        <a:ea typeface="Cambria Math" panose="02040503050406030204" pitchFamily="18" charset="0"/>
                                      </a:rPr>
                                      <m:t>M</m:t>
                                    </m:r>
                                    <m:r>
                                      <m:rPr>
                                        <m:sty m:val="p"/>
                                      </m:rPr>
                                      <a:rPr lang="en-US" sz="1200" i="0">
                                        <a:latin typeface="Cambria Math" panose="02040503050406030204" pitchFamily="18" charset="0"/>
                                        <a:ea typeface="Cambria Math" panose="02040503050406030204" pitchFamily="18" charset="0"/>
                                      </a:rPr>
                                      <m:t>aximum</m:t>
                                    </m:r>
                                    <m:r>
                                      <m:rPr>
                                        <m:sty m:val="p"/>
                                      </m:rPr>
                                      <a:rPr lang="en-US" sz="1200" b="0" i="0" smtClean="0">
                                        <a:latin typeface="Cambria Math" panose="02040503050406030204" pitchFamily="18" charset="0"/>
                                        <a:ea typeface="Cambria Math" panose="02040503050406030204" pitchFamily="18" charset="0"/>
                                      </a:rPr>
                                      <m:t>P</m:t>
                                    </m:r>
                                    <m:r>
                                      <m:rPr>
                                        <m:sty m:val="p"/>
                                      </m:rPr>
                                      <a:rPr lang="en-US" sz="1200" i="0">
                                        <a:latin typeface="Cambria Math" panose="02040503050406030204" pitchFamily="18" charset="0"/>
                                        <a:ea typeface="Cambria Math" panose="02040503050406030204" pitchFamily="18" charset="0"/>
                                      </a:rPr>
                                      <m:t>ermitted</m:t>
                                    </m:r>
                                    <m:r>
                                      <m:rPr>
                                        <m:sty m:val="p"/>
                                      </m:rPr>
                                      <a:rPr lang="en-US" sz="1200" b="0" i="0" smtClean="0">
                                        <a:latin typeface="Cambria Math" panose="02040503050406030204" pitchFamily="18" charset="0"/>
                                        <a:ea typeface="Cambria Math" panose="02040503050406030204" pitchFamily="18" charset="0"/>
                                      </a:rPr>
                                      <m:t>S</m:t>
                                    </m:r>
                                    <m:r>
                                      <m:rPr>
                                        <m:sty m:val="p"/>
                                      </m:rPr>
                                      <a:rPr lang="en-US" sz="1200" i="0">
                                        <a:latin typeface="Cambria Math" panose="02040503050406030204" pitchFamily="18" charset="0"/>
                                        <a:ea typeface="Cambria Math" panose="02040503050406030204" pitchFamily="18" charset="0"/>
                                      </a:rPr>
                                      <m:t>lew</m:t>
                                    </m:r>
                                    <m:d>
                                      <m:dPr>
                                        <m:ctrlPr>
                                          <a:rPr lang="en-US" sz="1200" b="0" i="1" smtClean="0">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m:rPr>
                                                <m:sty m:val="p"/>
                                              </m:rPr>
                                              <a:rPr lang="en-US" sz="1200" i="0">
                                                <a:latin typeface="Cambria Math" panose="02040503050406030204" pitchFamily="18" charset="0"/>
                                                <a:ea typeface="Cambria Math" panose="02040503050406030204" pitchFamily="18" charset="0"/>
                                              </a:rPr>
                                              <m:t>p</m:t>
                                            </m:r>
                                            <m:r>
                                              <m:rPr>
                                                <m:sty m:val="p"/>
                                              </m:rPr>
                                              <a:rPr lang="en-US" sz="1200" b="0" i="0" smtClean="0">
                                                <a:latin typeface="Cambria Math" panose="02040503050406030204" pitchFamily="18" charset="0"/>
                                                <a:ea typeface="Cambria Math" panose="02040503050406030204" pitchFamily="18" charset="0"/>
                                              </a:rPr>
                                              <m:t>in</m:t>
                                            </m:r>
                                          </m:e>
                                          <m:sub>
                                            <m:r>
                                              <a:rPr lang="en-US" sz="1200" i="1">
                                                <a:latin typeface="Cambria Math" panose="02040503050406030204" pitchFamily="18" charset="0"/>
                                                <a:ea typeface="Cambria Math" panose="02040503050406030204" pitchFamily="18" charset="0"/>
                                              </a:rPr>
                                              <m:t>𝑖</m:t>
                                            </m:r>
                                          </m:sub>
                                        </m:sSub>
                                      </m:e>
                                    </m:d>
                                  </m:e>
                                </m:d>
                              </m:e>
                            </m:nary>
                            <m:r>
                              <a:rPr lang="en-US" sz="1200" b="0" i="1" smtClean="0">
                                <a:latin typeface="Cambria Math" panose="02040503050406030204" pitchFamily="18" charset="0"/>
                                <a:ea typeface="Cambria Math" panose="02040503050406030204" pitchFamily="18" charset="0"/>
                              </a:rPr>
                              <m:t> </m:t>
                            </m:r>
                          </m:oMath>
                        </m:oMathPara>
                      </a14:m>
                      <a:endParaRPr lang="en-US" sz="12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m:rPr>
                                    <m:brk m:alnAt="7"/>
                                  </m:rPr>
                                  <a:rPr lang="en-US" sz="1200" i="1">
                                    <a:latin typeface="Cambria Math" panose="02040503050406030204" pitchFamily="18" charset="0"/>
                                    <a:ea typeface="Cambria Math" panose="02040503050406030204" pitchFamily="18" charset="0"/>
                                  </a:rPr>
                                  <m:t>𝑖</m:t>
                                </m:r>
                              </m:sub>
                              <m:sup/>
                              <m:e>
                                <m:r>
                                  <a:rPr lang="en-US" sz="1200" b="0" i="1" smtClean="0">
                                    <a:latin typeface="Cambria Math" panose="02040503050406030204" pitchFamily="18" charset="0"/>
                                    <a:ea typeface="Cambria Math" panose="02040503050406030204" pitchFamily="18" charset="0"/>
                                  </a:rPr>
                                  <m:t>20</m:t>
                                </m:r>
                                <m:r>
                                  <a:rPr lang="en-US" sz="1200" i="1" smtClean="0">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m:rPr>
                                        <m:sty m:val="p"/>
                                      </m:rPr>
                                      <a:rPr lang="en-US" sz="1200" i="0">
                                        <a:latin typeface="Cambria Math" panose="02040503050406030204" pitchFamily="18" charset="0"/>
                                        <a:ea typeface="Cambria Math" panose="02040503050406030204" pitchFamily="18" charset="0"/>
                                      </a:rPr>
                                      <m:t>load</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m:rPr>
                                                <m:sty m:val="p"/>
                                              </m:rPr>
                                              <a:rPr lang="en-US" sz="1200" i="0">
                                                <a:latin typeface="Cambria Math" panose="02040503050406030204" pitchFamily="18" charset="0"/>
                                                <a:ea typeface="Cambria Math" panose="02040503050406030204" pitchFamily="18" charset="0"/>
                                              </a:rPr>
                                              <m:t>p</m:t>
                                            </m:r>
                                            <m:r>
                                              <m:rPr>
                                                <m:sty m:val="p"/>
                                              </m:rPr>
                                              <a:rPr lang="en-US" sz="1200" b="0" i="0" smtClean="0">
                                                <a:latin typeface="Cambria Math" panose="02040503050406030204" pitchFamily="18" charset="0"/>
                                                <a:ea typeface="Cambria Math" panose="02040503050406030204" pitchFamily="18" charset="0"/>
                                              </a:rPr>
                                              <m:t>in</m:t>
                                            </m:r>
                                          </m:e>
                                          <m:sub>
                                            <m:r>
                                              <a:rPr lang="en-US" sz="1200" i="1">
                                                <a:latin typeface="Cambria Math" panose="02040503050406030204" pitchFamily="18" charset="0"/>
                                                <a:ea typeface="Cambria Math" panose="02040503050406030204" pitchFamily="18" charset="0"/>
                                              </a:rPr>
                                              <m:t>𝑖</m:t>
                                            </m:r>
                                          </m:sub>
                                        </m:sSub>
                                      </m:e>
                                    </m:d>
                                    <m:r>
                                      <a:rPr lang="en-US" sz="1200" i="1">
                                        <a:latin typeface="Cambria Math" panose="02040503050406030204" pitchFamily="18" charset="0"/>
                                        <a:ea typeface="Cambria Math" panose="02040503050406030204" pitchFamily="18" charset="0"/>
                                      </a:rPr>
                                      <m:t>−</m:t>
                                    </m:r>
                                    <m:r>
                                      <m:rPr>
                                        <m:sty m:val="p"/>
                                      </m:rPr>
                                      <a:rPr lang="en-US" sz="1200" b="0" i="0" smtClean="0">
                                        <a:latin typeface="Cambria Math" panose="02040503050406030204" pitchFamily="18" charset="0"/>
                                        <a:ea typeface="Cambria Math" panose="02040503050406030204" pitchFamily="18" charset="0"/>
                                      </a:rPr>
                                      <m:t>M</m:t>
                                    </m:r>
                                    <m:r>
                                      <m:rPr>
                                        <m:sty m:val="p"/>
                                      </m:rPr>
                                      <a:rPr lang="en-US" sz="1200" i="0">
                                        <a:latin typeface="Cambria Math" panose="02040503050406030204" pitchFamily="18" charset="0"/>
                                        <a:ea typeface="Cambria Math" panose="02040503050406030204" pitchFamily="18" charset="0"/>
                                      </a:rPr>
                                      <m:t>aximum</m:t>
                                    </m:r>
                                    <m:r>
                                      <m:rPr>
                                        <m:sty m:val="p"/>
                                      </m:rPr>
                                      <a:rPr lang="en-US" sz="1200" b="0" i="0" smtClean="0">
                                        <a:latin typeface="Cambria Math" panose="02040503050406030204" pitchFamily="18" charset="0"/>
                                        <a:ea typeface="Cambria Math" panose="02040503050406030204" pitchFamily="18" charset="0"/>
                                      </a:rPr>
                                      <m:t>P</m:t>
                                    </m:r>
                                    <m:r>
                                      <m:rPr>
                                        <m:sty m:val="p"/>
                                      </m:rPr>
                                      <a:rPr lang="en-US" sz="1200" i="0">
                                        <a:latin typeface="Cambria Math" panose="02040503050406030204" pitchFamily="18" charset="0"/>
                                        <a:ea typeface="Cambria Math" panose="02040503050406030204" pitchFamily="18" charset="0"/>
                                      </a:rPr>
                                      <m:t>ermitted</m:t>
                                    </m:r>
                                    <m:r>
                                      <m:rPr>
                                        <m:sty m:val="p"/>
                                      </m:rPr>
                                      <a:rPr lang="en-US" sz="1200" b="0" i="0" smtClean="0">
                                        <a:latin typeface="Cambria Math" panose="02040503050406030204" pitchFamily="18" charset="0"/>
                                        <a:ea typeface="Cambria Math" panose="02040503050406030204" pitchFamily="18" charset="0"/>
                                      </a:rPr>
                                      <m:t>L</m:t>
                                    </m:r>
                                    <m:r>
                                      <m:rPr>
                                        <m:sty m:val="p"/>
                                      </m:rPr>
                                      <a:rPr lang="en-US" sz="1200" i="0">
                                        <a:latin typeface="Cambria Math" panose="02040503050406030204" pitchFamily="18" charset="0"/>
                                        <a:ea typeface="Cambria Math" panose="02040503050406030204" pitchFamily="18" charset="0"/>
                                      </a:rPr>
                                      <m:t>oad</m:t>
                                    </m:r>
                                    <m:d>
                                      <m:dPr>
                                        <m:ctrlPr>
                                          <a:rPr lang="en-US" sz="1200" i="1">
                                            <a:latin typeface="Cambria Math" panose="02040503050406030204" pitchFamily="18" charset="0"/>
                                            <a:ea typeface="Cambria Math" panose="02040503050406030204" pitchFamily="18" charset="0"/>
                                          </a:rPr>
                                        </m:ctrlPr>
                                      </m:dPr>
                                      <m:e>
                                        <m:sSub>
                                          <m:sSubPr>
                                            <m:ctrlPr>
                                              <a:rPr lang="en-US" sz="1200" i="1">
                                                <a:latin typeface="Cambria Math" panose="02040503050406030204" pitchFamily="18" charset="0"/>
                                                <a:ea typeface="Cambria Math" panose="02040503050406030204" pitchFamily="18" charset="0"/>
                                              </a:rPr>
                                            </m:ctrlPr>
                                          </m:sSubPr>
                                          <m:e>
                                            <m:r>
                                              <m:rPr>
                                                <m:sty m:val="p"/>
                                              </m:rPr>
                                              <a:rPr lang="en-US" sz="1200" i="0">
                                                <a:latin typeface="Cambria Math" panose="02040503050406030204" pitchFamily="18" charset="0"/>
                                                <a:ea typeface="Cambria Math" panose="02040503050406030204" pitchFamily="18" charset="0"/>
                                              </a:rPr>
                                              <m:t>p</m:t>
                                            </m:r>
                                            <m:r>
                                              <m:rPr>
                                                <m:sty m:val="p"/>
                                              </m:rPr>
                                              <a:rPr lang="en-US" sz="1200" b="0" i="0" smtClean="0">
                                                <a:latin typeface="Cambria Math" panose="02040503050406030204" pitchFamily="18" charset="0"/>
                                                <a:ea typeface="Cambria Math" panose="02040503050406030204" pitchFamily="18" charset="0"/>
                                              </a:rPr>
                                              <m:t>in</m:t>
                                            </m:r>
                                          </m:e>
                                          <m:sub>
                                            <m:r>
                                              <a:rPr lang="en-US" sz="1200" i="1">
                                                <a:latin typeface="Cambria Math" panose="02040503050406030204" pitchFamily="18" charset="0"/>
                                                <a:ea typeface="Cambria Math" panose="02040503050406030204" pitchFamily="18" charset="0"/>
                                              </a:rPr>
                                              <m:t>𝑖</m:t>
                                            </m:r>
                                          </m:sub>
                                        </m:sSub>
                                      </m:e>
                                    </m:d>
                                  </m:e>
                                </m:d>
                              </m:e>
                            </m:nary>
                            <m:r>
                              <a:rPr lang="en-US" sz="1200" b="0" i="1" smtClean="0">
                                <a:latin typeface="Cambria Math" panose="02040503050406030204" pitchFamily="18" charset="0"/>
                                <a:ea typeface="Cambria Math" panose="02040503050406030204" pitchFamily="18" charset="0"/>
                              </a:rPr>
                              <m:t>]</m:t>
                            </m:r>
                          </m:oMath>
                        </m:oMathPara>
                      </a14:m>
                      <a:endParaRPr lang="en-US" sz="1200" b="0" dirty="0">
                        <a:ea typeface="Cambria Math" panose="02040503050406030204" pitchFamily="18" charset="0"/>
                      </a:endParaRPr>
                    </a:p>
                    <a:p>
                      <a:r>
                        <a:rPr lang="en-US" sz="1200" dirty="0"/>
                        <a:t>  + </a:t>
                      </a:r>
                    </a:p>
                  </p:txBody>
                </p:sp>
              </mc:Choice>
              <mc:Fallback xmlns="">
                <p:sp>
                  <p:nvSpPr>
                    <p:cNvPr id="9" name="TextBox 8">
                      <a:extLst>
                        <a:ext uri="{FF2B5EF4-FFF2-40B4-BE49-F238E27FC236}">
                          <a16:creationId xmlns:a16="http://schemas.microsoft.com/office/drawing/2014/main" id="{0DEC2258-A4BA-DF4B-E413-6835C67CB511}"/>
                        </a:ext>
                      </a:extLst>
                    </p:cNvPr>
                    <p:cNvSpPr txBox="1">
                      <a:spLocks noRot="1" noChangeAspect="1" noMove="1" noResize="1" noEditPoints="1" noAdjustHandles="1" noChangeArrowheads="1" noChangeShapeType="1" noTextEdit="1"/>
                    </p:cNvSpPr>
                    <p:nvPr/>
                  </p:nvSpPr>
                  <p:spPr>
                    <a:xfrm>
                      <a:off x="1314452" y="3026095"/>
                      <a:ext cx="3932936" cy="1080937"/>
                    </a:xfrm>
                    <a:prstGeom prst="rect">
                      <a:avLst/>
                    </a:prstGeom>
                    <a:blipFill>
                      <a:blip r:embed="rId4"/>
                      <a:stretch>
                        <a:fillRect l="-9457" t="-54950" b="-4802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4374450-BCA9-FBFF-3CB5-A5FD4D7B279F}"/>
                      </a:ext>
                    </a:extLst>
                  </p:cNvPr>
                  <p:cNvSpPr txBox="1"/>
                  <p:nvPr/>
                </p:nvSpPr>
                <p:spPr>
                  <a:xfrm>
                    <a:off x="278821" y="4050630"/>
                    <a:ext cx="4533549" cy="414985"/>
                  </a:xfrm>
                  <a:prstGeom prst="rect">
                    <a:avLst/>
                  </a:prstGeom>
                  <a:grp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200" b="0" i="0" smtClean="0">
                              <a:latin typeface="Cambria Math" panose="02040503050406030204" pitchFamily="18" charset="0"/>
                            </a:rPr>
                            <m:t>RuntTimeF</m:t>
                          </m:r>
                          <m:r>
                            <a:rPr lang="en-US" sz="1200" b="0" i="1" smtClean="0">
                              <a:latin typeface="Cambria Math" panose="02040503050406030204" pitchFamily="18" charset="0"/>
                            </a:rPr>
                            <m:t>=</m:t>
                          </m:r>
                          <m:r>
                            <m:rPr>
                              <m:sty m:val="p"/>
                            </m:rPr>
                            <a:rPr lang="en-US" sz="1200" b="0" i="0" smtClean="0">
                              <a:latin typeface="Cambria Math" panose="02040503050406030204" pitchFamily="18" charset="0"/>
                            </a:rPr>
                            <m:t>min</m:t>
                          </m:r>
                          <m:r>
                            <a:rPr lang="en-US" sz="1200" b="0" i="0" smtClean="0">
                              <a:latin typeface="Cambria Math" panose="02040503050406030204" pitchFamily="18" charset="0"/>
                            </a:rPr>
                            <m:t> </m:t>
                          </m:r>
                          <m:d>
                            <m:dPr>
                              <m:begChr m:val="{"/>
                              <m:endChr m:val="}"/>
                              <m:ctrlPr>
                                <a:rPr lang="en-US" sz="1200" b="0" i="1" smtClean="0">
                                  <a:latin typeface="Cambria Math" panose="02040503050406030204" pitchFamily="18" charset="0"/>
                                </a:rPr>
                              </m:ctrlPr>
                            </m:dPr>
                            <m:e>
                              <m:func>
                                <m:funcPr>
                                  <m:ctrlPr>
                                    <a:rPr lang="en-US" sz="1200" i="1">
                                      <a:latin typeface="Cambria Math" panose="02040503050406030204" pitchFamily="18" charset="0"/>
                                    </a:rPr>
                                  </m:ctrlPr>
                                </m:funcPr>
                                <m:fName>
                                  <m:r>
                                    <m:rPr>
                                      <m:sty m:val="p"/>
                                    </m:rPr>
                                    <a:rPr lang="en-US" sz="1200">
                                      <a:latin typeface="Cambria Math" panose="02040503050406030204" pitchFamily="18" charset="0"/>
                                    </a:rPr>
                                    <m:t>max</m:t>
                                  </m:r>
                                </m:fName>
                                <m:e>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0.2</m:t>
                                      </m:r>
                                      <m:r>
                                        <a:rPr lang="en-US" sz="1200" i="1">
                                          <a:latin typeface="Cambria Math" panose="02040503050406030204" pitchFamily="18" charset="0"/>
                                          <a:ea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𝑙𝑜𝑔</m:t>
                                          </m:r>
                                        </m:e>
                                        <m:sub>
                                          <m:r>
                                            <a:rPr lang="en-US" sz="1200" i="1">
                                              <a:latin typeface="Cambria Math" panose="02040503050406030204" pitchFamily="18" charset="0"/>
                                            </a:rPr>
                                            <m:t>2</m:t>
                                          </m:r>
                                        </m:sub>
                                      </m:sSub>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m:rPr>
                                                  <m:sty m:val="p"/>
                                                </m:rPr>
                                                <a:rPr lang="en-US" sz="1200">
                                                  <a:latin typeface="Cambria Math" panose="02040503050406030204" pitchFamily="18" charset="0"/>
                                                </a:rPr>
                                                <m:t>RunTime</m:t>
                                              </m:r>
                                            </m:num>
                                            <m:den>
                                              <m:r>
                                                <m:rPr>
                                                  <m:sty m:val="p"/>
                                                </m:rPr>
                                                <a:rPr lang="en-US" sz="1200">
                                                  <a:latin typeface="Cambria Math" panose="02040503050406030204" pitchFamily="18" charset="0"/>
                                                </a:rPr>
                                                <m:t>MedianRunTime</m:t>
                                              </m:r>
                                            </m:den>
                                          </m:f>
                                        </m:e>
                                      </m:d>
                                      <m:r>
                                        <a:rPr lang="en-US" sz="1200" i="1">
                                          <a:latin typeface="Cambria Math" panose="02040503050406030204" pitchFamily="18" charset="0"/>
                                        </a:rPr>
                                        <m:t>, −</m:t>
                                      </m:r>
                                      <m:r>
                                        <a:rPr lang="en-US" sz="1200" b="0" i="1" smtClean="0">
                                          <a:latin typeface="Cambria Math" panose="02040503050406030204" pitchFamily="18" charset="0"/>
                                        </a:rPr>
                                        <m:t> </m:t>
                                      </m:r>
                                      <m:r>
                                        <a:rPr lang="en-US" sz="1200" i="1">
                                          <a:latin typeface="Cambria Math" panose="02040503050406030204" pitchFamily="18" charset="0"/>
                                        </a:rPr>
                                        <m:t>0.2</m:t>
                                      </m:r>
                                    </m:e>
                                  </m:d>
                                </m:e>
                              </m:func>
                              <m:r>
                                <a:rPr lang="en-US" sz="1200" b="0" i="1" smtClean="0">
                                  <a:latin typeface="Cambria Math" panose="02040503050406030204" pitchFamily="18" charset="0"/>
                                </a:rPr>
                                <m:t>,0.2</m:t>
                              </m:r>
                            </m:e>
                          </m:d>
                        </m:oMath>
                      </m:oMathPara>
                    </a14:m>
                    <a:endParaRPr lang="en-TW" sz="1200" dirty="0"/>
                  </a:p>
                </p:txBody>
              </p:sp>
            </mc:Choice>
            <mc:Fallback xmlns="">
              <p:sp>
                <p:nvSpPr>
                  <p:cNvPr id="21" name="TextBox 20">
                    <a:extLst>
                      <a:ext uri="{FF2B5EF4-FFF2-40B4-BE49-F238E27FC236}">
                        <a16:creationId xmlns:a16="http://schemas.microsoft.com/office/drawing/2014/main" id="{B4374450-BCA9-FBFF-3CB5-A5FD4D7B279F}"/>
                      </a:ext>
                    </a:extLst>
                  </p:cNvPr>
                  <p:cNvSpPr txBox="1">
                    <a:spLocks noRot="1" noChangeAspect="1" noMove="1" noResize="1" noEditPoints="1" noAdjustHandles="1" noChangeArrowheads="1" noChangeShapeType="1" noTextEdit="1"/>
                  </p:cNvSpPr>
                  <p:nvPr/>
                </p:nvSpPr>
                <p:spPr>
                  <a:xfrm>
                    <a:off x="278821" y="4050630"/>
                    <a:ext cx="4533549" cy="414985"/>
                  </a:xfrm>
                  <a:prstGeom prst="rect">
                    <a:avLst/>
                  </a:prstGeom>
                  <a:blipFill>
                    <a:blip r:embed="rId5"/>
                    <a:stretch>
                      <a:fillRect l="-672"/>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B317919-7EA3-1532-53B6-7E5F1DC981E0}"/>
                  </a:ext>
                </a:extLst>
              </p:cNvPr>
              <p:cNvSpPr txBox="1"/>
              <p:nvPr/>
            </p:nvSpPr>
            <p:spPr>
              <a:xfrm>
                <a:off x="370846" y="3948365"/>
                <a:ext cx="3578479"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1" i="0" smtClean="0">
                          <a:solidFill>
                            <a:schemeClr val="accent2"/>
                          </a:solidFill>
                          <a:latin typeface="Cambria Math" panose="02040503050406030204" pitchFamily="18" charset="0"/>
                        </a:rPr>
                        <m:t>𝐟𝐢𝐧𝐚𝐥𝐒𝐜𝐨𝐫𝐞</m:t>
                      </m:r>
                      <m:r>
                        <a:rPr lang="en-US" sz="1200" b="1" i="1" smtClean="0">
                          <a:solidFill>
                            <a:schemeClr val="accent2"/>
                          </a:solidFill>
                          <a:latin typeface="Cambria Math" panose="02040503050406030204" pitchFamily="18" charset="0"/>
                        </a:rPr>
                        <m:t>=</m:t>
                      </m:r>
                      <m:r>
                        <a:rPr lang="en-US" sz="1200" b="1" i="1" smtClean="0">
                          <a:solidFill>
                            <a:schemeClr val="accent2"/>
                          </a:solidFill>
                          <a:latin typeface="Cambria Math" panose="02040503050406030204" pitchFamily="18" charset="0"/>
                          <a:ea typeface="Cambria Math" panose="02040503050406030204" pitchFamily="18" charset="0"/>
                        </a:rPr>
                        <m:t>𝟏𝟎𝟎</m:t>
                      </m:r>
                      <m:r>
                        <a:rPr lang="en-US" sz="1200" b="1" i="1" smtClean="0">
                          <a:solidFill>
                            <a:schemeClr val="accent2"/>
                          </a:solidFill>
                          <a:latin typeface="Cambria Math" panose="02040503050406030204" pitchFamily="18" charset="0"/>
                          <a:ea typeface="Cambria Math" panose="02040503050406030204" pitchFamily="18" charset="0"/>
                        </a:rPr>
                        <m:t>×</m:t>
                      </m:r>
                      <m:f>
                        <m:fPr>
                          <m:ctrlPr>
                            <a:rPr lang="en-US" sz="1200" b="1" i="1" smtClean="0">
                              <a:solidFill>
                                <a:schemeClr val="accent2"/>
                              </a:solidFill>
                              <a:latin typeface="Cambria Math" panose="02040503050406030204" pitchFamily="18" charset="0"/>
                              <a:ea typeface="Cambria Math" panose="02040503050406030204" pitchFamily="18" charset="0"/>
                            </a:rPr>
                          </m:ctrlPr>
                        </m:fPr>
                        <m:num>
                          <m:r>
                            <a:rPr lang="en-US" sz="1200" b="1" i="0" smtClean="0">
                              <a:solidFill>
                                <a:schemeClr val="accent2"/>
                              </a:solidFill>
                              <a:latin typeface="Cambria Math" panose="02040503050406030204" pitchFamily="18" charset="0"/>
                              <a:ea typeface="Cambria Math" panose="02040503050406030204" pitchFamily="18" charset="0"/>
                            </a:rPr>
                            <m:t>𝐋𝐞𝐚𝐬𝐭</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𝐑𝐚𝐰𝐒𝐜𝐨𝐫𝐞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𝐚𝐜𝐫𝐨𝐬𝐬</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𝐭𝐞𝐚𝐦𝐬</m:t>
                          </m:r>
                        </m:num>
                        <m:den>
                          <m:r>
                            <a:rPr lang="en-US" sz="1200" b="1" i="0" smtClean="0">
                              <a:solidFill>
                                <a:schemeClr val="accent2"/>
                              </a:solidFill>
                              <a:latin typeface="Cambria Math" panose="02040503050406030204" pitchFamily="18" charset="0"/>
                              <a:ea typeface="Cambria Math" panose="02040503050406030204" pitchFamily="18" charset="0"/>
                            </a:rPr>
                            <m:t>𝐑𝐚𝐰𝐒𝐜𝐨𝐫𝐞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𝐨𝐟</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𝐭𝐡𝐞</m:t>
                          </m:r>
                          <m:r>
                            <a:rPr lang="en-US" sz="1200" b="1" i="0" smtClean="0">
                              <a:solidFill>
                                <a:schemeClr val="accent2"/>
                              </a:solidFill>
                              <a:latin typeface="Cambria Math" panose="02040503050406030204" pitchFamily="18" charset="0"/>
                              <a:ea typeface="Cambria Math" panose="02040503050406030204" pitchFamily="18" charset="0"/>
                            </a:rPr>
                            <m:t> </m:t>
                          </m:r>
                          <m:r>
                            <a:rPr lang="en-US" sz="1200" b="1" i="0" smtClean="0">
                              <a:solidFill>
                                <a:schemeClr val="accent2"/>
                              </a:solidFill>
                              <a:latin typeface="Cambria Math" panose="02040503050406030204" pitchFamily="18" charset="0"/>
                              <a:ea typeface="Cambria Math" panose="02040503050406030204" pitchFamily="18" charset="0"/>
                            </a:rPr>
                            <m:t>𝐭𝐞𝐚𝐦</m:t>
                          </m:r>
                        </m:den>
                      </m:f>
                    </m:oMath>
                  </m:oMathPara>
                </a14:m>
                <a:endParaRPr lang="en-TW" sz="1200" b="1" dirty="0">
                  <a:solidFill>
                    <a:schemeClr val="accent2"/>
                  </a:solidFill>
                </a:endParaRPr>
              </a:p>
            </p:txBody>
          </p:sp>
        </mc:Choice>
        <mc:Fallback xmlns="">
          <p:sp>
            <p:nvSpPr>
              <p:cNvPr id="24" name="TextBox 23">
                <a:extLst>
                  <a:ext uri="{FF2B5EF4-FFF2-40B4-BE49-F238E27FC236}">
                    <a16:creationId xmlns:a16="http://schemas.microsoft.com/office/drawing/2014/main" id="{5B317919-7EA3-1532-53B6-7E5F1DC981E0}"/>
                  </a:ext>
                </a:extLst>
              </p:cNvPr>
              <p:cNvSpPr txBox="1">
                <a:spLocks noRot="1" noChangeAspect="1" noMove="1" noResize="1" noEditPoints="1" noAdjustHandles="1" noChangeArrowheads="1" noChangeShapeType="1" noTextEdit="1"/>
              </p:cNvSpPr>
              <p:nvPr/>
            </p:nvSpPr>
            <p:spPr>
              <a:xfrm>
                <a:off x="370846" y="3948365"/>
                <a:ext cx="3578479" cy="346890"/>
              </a:xfrm>
              <a:prstGeom prst="rect">
                <a:avLst/>
              </a:prstGeom>
              <a:blipFill>
                <a:blip r:embed="rId6"/>
                <a:stretch>
                  <a:fillRect l="-170" t="-3509" b="-15789"/>
                </a:stretch>
              </a:blipFill>
            </p:spPr>
            <p:txBody>
              <a:bodyPr/>
              <a:lstStyle/>
              <a:p>
                <a:r>
                  <a:rPr lang="en-US">
                    <a:noFill/>
                  </a:rPr>
                  <a:t> </a:t>
                </a:r>
              </a:p>
            </p:txBody>
          </p:sp>
        </mc:Fallback>
      </mc:AlternateContent>
      <p:sp>
        <p:nvSpPr>
          <p:cNvPr id="3" name="Google Shape;253;p60">
            <a:extLst>
              <a:ext uri="{FF2B5EF4-FFF2-40B4-BE49-F238E27FC236}">
                <a16:creationId xmlns:a16="http://schemas.microsoft.com/office/drawing/2014/main" id="{EC4823D8-40AF-04C6-875A-F572DD4E6C34}"/>
              </a:ext>
            </a:extLst>
          </p:cNvPr>
          <p:cNvSpPr txBox="1">
            <a:spLocks noGrp="1"/>
          </p:cNvSpPr>
          <p:nvPr>
            <p:ph type="body" idx="1"/>
          </p:nvPr>
        </p:nvSpPr>
        <p:spPr>
          <a:xfrm>
            <a:off x="228600" y="539740"/>
            <a:ext cx="8686776" cy="636155"/>
          </a:xfrm>
          <a:prstGeom prst="rect">
            <a:avLst/>
          </a:prstGeom>
          <a:noFill/>
          <a:ln>
            <a:noFill/>
          </a:ln>
        </p:spPr>
        <p:txBody>
          <a:bodyPr spcFirstLastPara="1" wrap="square" lIns="68575" tIns="34275" rIns="68575" bIns="34275" anchor="t" anchorCtr="0">
            <a:noAutofit/>
          </a:bodyPr>
          <a:lstStyle/>
          <a:p>
            <a:pPr marL="133350" indent="0">
              <a:lnSpc>
                <a:spcPct val="150000"/>
              </a:lnSpc>
              <a:buNone/>
            </a:pPr>
            <a:r>
              <a:rPr lang="en-US" b="0" dirty="0"/>
              <a:t>Convert the constrained optimization problem into a score function using a penalty approach.</a:t>
            </a:r>
            <a:endParaRPr lang="en-US" b="0" dirty="0">
              <a:solidFill>
                <a:srgbClr val="000000"/>
              </a:solidFill>
              <a:effectLst/>
              <a:latin typeface="Helvetica" pitchFamily="2" charset="0"/>
            </a:endParaRPr>
          </a:p>
        </p:txBody>
      </p:sp>
      <p:sp>
        <p:nvSpPr>
          <p:cNvPr id="13" name="TextBox 12">
            <a:extLst>
              <a:ext uri="{FF2B5EF4-FFF2-40B4-BE49-F238E27FC236}">
                <a16:creationId xmlns:a16="http://schemas.microsoft.com/office/drawing/2014/main" id="{7A9C9AF7-AE22-F331-CE66-EFE9248F562C}"/>
              </a:ext>
            </a:extLst>
          </p:cNvPr>
          <p:cNvSpPr txBox="1"/>
          <p:nvPr/>
        </p:nvSpPr>
        <p:spPr>
          <a:xfrm>
            <a:off x="5459240" y="1584149"/>
            <a:ext cx="1747318" cy="307777"/>
          </a:xfrm>
          <a:prstGeom prst="rect">
            <a:avLst/>
          </a:prstGeom>
          <a:noFill/>
        </p:spPr>
        <p:txBody>
          <a:bodyPr wrap="square" rtlCol="0">
            <a:spAutoFit/>
          </a:bodyPr>
          <a:lstStyle/>
          <a:p>
            <a:r>
              <a:rPr lang="en-TW" b="1" dirty="0">
                <a:solidFill>
                  <a:schemeClr val="accent2"/>
                </a:solidFill>
              </a:rPr>
              <a:t>slack penalty</a:t>
            </a:r>
          </a:p>
        </p:txBody>
      </p:sp>
      <p:sp>
        <p:nvSpPr>
          <p:cNvPr id="42" name="TextBox 41">
            <a:extLst>
              <a:ext uri="{FF2B5EF4-FFF2-40B4-BE49-F238E27FC236}">
                <a16:creationId xmlns:a16="http://schemas.microsoft.com/office/drawing/2014/main" id="{597251D0-B088-A082-E386-DE4CF0042C61}"/>
              </a:ext>
            </a:extLst>
          </p:cNvPr>
          <p:cNvSpPr txBox="1"/>
          <p:nvPr/>
        </p:nvSpPr>
        <p:spPr>
          <a:xfrm>
            <a:off x="5459240" y="1873122"/>
            <a:ext cx="1747318" cy="307777"/>
          </a:xfrm>
          <a:prstGeom prst="rect">
            <a:avLst/>
          </a:prstGeom>
          <a:noFill/>
        </p:spPr>
        <p:txBody>
          <a:bodyPr wrap="square" rtlCol="0">
            <a:spAutoFit/>
          </a:bodyPr>
          <a:lstStyle/>
          <a:p>
            <a:r>
              <a:rPr lang="en-TW" b="1" dirty="0">
                <a:solidFill>
                  <a:schemeClr val="accent2"/>
                </a:solidFill>
              </a:rPr>
              <a:t>slew penalty</a:t>
            </a:r>
          </a:p>
        </p:txBody>
      </p:sp>
      <p:sp>
        <p:nvSpPr>
          <p:cNvPr id="43" name="TextBox 42">
            <a:extLst>
              <a:ext uri="{FF2B5EF4-FFF2-40B4-BE49-F238E27FC236}">
                <a16:creationId xmlns:a16="http://schemas.microsoft.com/office/drawing/2014/main" id="{68379F0B-3812-30E5-F747-94BFCFA97464}"/>
              </a:ext>
            </a:extLst>
          </p:cNvPr>
          <p:cNvSpPr txBox="1"/>
          <p:nvPr/>
        </p:nvSpPr>
        <p:spPr>
          <a:xfrm>
            <a:off x="5459240" y="2316164"/>
            <a:ext cx="1747318" cy="307777"/>
          </a:xfrm>
          <a:prstGeom prst="rect">
            <a:avLst/>
          </a:prstGeom>
          <a:noFill/>
        </p:spPr>
        <p:txBody>
          <a:bodyPr wrap="square" rtlCol="0">
            <a:spAutoFit/>
          </a:bodyPr>
          <a:lstStyle/>
          <a:p>
            <a:r>
              <a:rPr lang="en-TW" b="1" dirty="0">
                <a:solidFill>
                  <a:schemeClr val="accent2"/>
                </a:solidFill>
              </a:rPr>
              <a:t>load penalty</a:t>
            </a:r>
          </a:p>
        </p:txBody>
      </p:sp>
      <p:cxnSp>
        <p:nvCxnSpPr>
          <p:cNvPr id="48" name="Straight Arrow Connector 47">
            <a:extLst>
              <a:ext uri="{FF2B5EF4-FFF2-40B4-BE49-F238E27FC236}">
                <a16:creationId xmlns:a16="http://schemas.microsoft.com/office/drawing/2014/main" id="{5DDE411F-E791-64A7-79A8-C144D147FAC5}"/>
              </a:ext>
            </a:extLst>
          </p:cNvPr>
          <p:cNvCxnSpPr>
            <a:cxnSpLocks/>
          </p:cNvCxnSpPr>
          <p:nvPr/>
        </p:nvCxnSpPr>
        <p:spPr>
          <a:xfrm>
            <a:off x="4728274" y="2045240"/>
            <a:ext cx="73096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4E24060-8D24-5691-641E-7EAB1EA4126E}"/>
              </a:ext>
            </a:extLst>
          </p:cNvPr>
          <p:cNvCxnSpPr>
            <a:cxnSpLocks/>
          </p:cNvCxnSpPr>
          <p:nvPr/>
        </p:nvCxnSpPr>
        <p:spPr>
          <a:xfrm>
            <a:off x="4728274" y="2478902"/>
            <a:ext cx="73096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C077CFB-B9CE-D1EB-550E-B6336DC0E642}"/>
              </a:ext>
            </a:extLst>
          </p:cNvPr>
          <p:cNvSpPr txBox="1"/>
          <p:nvPr/>
        </p:nvSpPr>
        <p:spPr>
          <a:xfrm>
            <a:off x="5414828" y="3660388"/>
            <a:ext cx="3583459" cy="523220"/>
          </a:xfrm>
          <a:prstGeom prst="rect">
            <a:avLst/>
          </a:prstGeom>
          <a:noFill/>
        </p:spPr>
        <p:txBody>
          <a:bodyPr wrap="square" rtlCol="0">
            <a:spAutoFit/>
          </a:bodyPr>
          <a:lstStyle/>
          <a:p>
            <a:r>
              <a:rPr lang="en-TW" b="1" dirty="0"/>
              <a:t>Evaluation Platform:</a:t>
            </a:r>
          </a:p>
          <a:p>
            <a:r>
              <a:rPr lang="en-TW" dirty="0"/>
              <a:t>4 NVIDIA A100 GPUs and 8 CPU threads</a:t>
            </a:r>
          </a:p>
        </p:txBody>
      </p:sp>
      <p:sp>
        <p:nvSpPr>
          <p:cNvPr id="12" name="TextBox 11">
            <a:extLst>
              <a:ext uri="{FF2B5EF4-FFF2-40B4-BE49-F238E27FC236}">
                <a16:creationId xmlns:a16="http://schemas.microsoft.com/office/drawing/2014/main" id="{40253E6D-4403-4C85-A570-666471F92D7E}"/>
              </a:ext>
            </a:extLst>
          </p:cNvPr>
          <p:cNvSpPr txBox="1"/>
          <p:nvPr/>
        </p:nvSpPr>
        <p:spPr>
          <a:xfrm>
            <a:off x="5459239" y="2680499"/>
            <a:ext cx="2143343" cy="307777"/>
          </a:xfrm>
          <a:prstGeom prst="rect">
            <a:avLst/>
          </a:prstGeom>
          <a:noFill/>
        </p:spPr>
        <p:txBody>
          <a:bodyPr wrap="square" rtlCol="0">
            <a:spAutoFit/>
          </a:bodyPr>
          <a:lstStyle/>
          <a:p>
            <a:r>
              <a:rPr lang="en-US" b="1" dirty="0">
                <a:solidFill>
                  <a:schemeClr val="accent2"/>
                </a:solidFill>
              </a:rPr>
              <a:t>congestion</a:t>
            </a:r>
            <a:r>
              <a:rPr lang="en-TW" b="1" dirty="0">
                <a:solidFill>
                  <a:schemeClr val="accent2"/>
                </a:solidFill>
              </a:rPr>
              <a:t> penalty</a:t>
            </a:r>
          </a:p>
        </p:txBody>
      </p:sp>
      <p:cxnSp>
        <p:nvCxnSpPr>
          <p:cNvPr id="16" name="Straight Arrow Connector 15">
            <a:extLst>
              <a:ext uri="{FF2B5EF4-FFF2-40B4-BE49-F238E27FC236}">
                <a16:creationId xmlns:a16="http://schemas.microsoft.com/office/drawing/2014/main" id="{3A782864-7BBE-86BF-911D-06BF2A12C45E}"/>
              </a:ext>
            </a:extLst>
          </p:cNvPr>
          <p:cNvCxnSpPr>
            <a:cxnSpLocks/>
          </p:cNvCxnSpPr>
          <p:nvPr/>
        </p:nvCxnSpPr>
        <p:spPr>
          <a:xfrm>
            <a:off x="4711277" y="2921514"/>
            <a:ext cx="73096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99893"/>
      </p:ext>
    </p:extLst>
  </p:cSld>
  <p:clrMapOvr>
    <a:masterClrMapping/>
  </p:clrMapOvr>
</p:sld>
</file>

<file path=ppt/theme/theme1.xml><?xml version="1.0" encoding="utf-8"?>
<a:theme xmlns:a="http://schemas.openxmlformats.org/drawingml/2006/main" name="ASU Template">
  <a:themeElements>
    <a:clrScheme name="ASU Pallet">
      <a:dk1>
        <a:srgbClr val="000000"/>
      </a:dk1>
      <a:lt1>
        <a:srgbClr val="FFFFFF"/>
      </a:lt1>
      <a:dk2>
        <a:srgbClr val="951D40"/>
      </a:dk2>
      <a:lt2>
        <a:srgbClr val="5C6670"/>
      </a:lt2>
      <a:accent1>
        <a:srgbClr val="FFC627"/>
      </a:accent1>
      <a:accent2>
        <a:srgbClr val="951D40"/>
      </a:accent2>
      <a:accent3>
        <a:srgbClr val="78BE20"/>
      </a:accent3>
      <a:accent4>
        <a:srgbClr val="FF7F32"/>
      </a:accent4>
      <a:accent5>
        <a:srgbClr val="00A3E0"/>
      </a:accent5>
      <a:accent6>
        <a:srgbClr val="000000"/>
      </a:accent6>
      <a:hlink>
        <a:srgbClr val="951D40"/>
      </a:hlink>
      <a:folHlink>
        <a:srgbClr val="5C66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incoln_2012_v1">
  <a:themeElements>
    <a:clrScheme name="ASU-OriginalColorTheme">
      <a:dk1>
        <a:srgbClr val="191919"/>
      </a:dk1>
      <a:lt1>
        <a:srgbClr val="FFFFFF"/>
      </a:lt1>
      <a:dk2>
        <a:srgbClr val="747474"/>
      </a:dk2>
      <a:lt2>
        <a:srgbClr val="E8E8E8"/>
      </a:lt2>
      <a:accent1>
        <a:srgbClr val="FFC627"/>
      </a:accent1>
      <a:accent2>
        <a:srgbClr val="8C1D40"/>
      </a:accent2>
      <a:accent3>
        <a:srgbClr val="78BE20"/>
      </a:accent3>
      <a:accent4>
        <a:srgbClr val="FF7F32"/>
      </a:accent4>
      <a:accent5>
        <a:srgbClr val="00A3E0"/>
      </a:accent5>
      <a:accent6>
        <a:srgbClr val="CC2F2F"/>
      </a:accent6>
      <a:hlink>
        <a:srgbClr val="8C1D4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29868</TotalTime>
  <Words>4240</Words>
  <Application>Microsoft Office PowerPoint</Application>
  <PresentationFormat>On-screen Show (16:9)</PresentationFormat>
  <Paragraphs>577</Paragraphs>
  <Slides>40</Slides>
  <Notes>40</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40</vt:i4>
      </vt:variant>
    </vt:vector>
  </HeadingPairs>
  <TitlesOfParts>
    <vt:vector size="49" baseType="lpstr">
      <vt:lpstr>Arial</vt:lpstr>
      <vt:lpstr>Cambria Math</vt:lpstr>
      <vt:lpstr>Helvetica</vt:lpstr>
      <vt:lpstr>Montserrat Classic Bold</vt:lpstr>
      <vt:lpstr>Noto Sans Symbols</vt:lpstr>
      <vt:lpstr>Script MT Bold</vt:lpstr>
      <vt:lpstr>Wingdings</vt:lpstr>
      <vt:lpstr>ASU Template</vt:lpstr>
      <vt:lpstr>Lincoln_2012_v1</vt:lpstr>
      <vt:lpstr>MLCAD 2025 Contest on ReSynthAI: Physical-aware Logic Resynthesis using AI</vt:lpstr>
      <vt:lpstr>Outline</vt:lpstr>
      <vt:lpstr>Impact of Contests on the EDA Community</vt:lpstr>
      <vt:lpstr>Motivation for Physical-aware Logic Resynthesis</vt:lpstr>
      <vt:lpstr>Physical-aware Logic Resynthesis Challenges</vt:lpstr>
      <vt:lpstr>Contributions of This Contest</vt:lpstr>
      <vt:lpstr>Comparison Against Previous Contests</vt:lpstr>
      <vt:lpstr>Outline</vt:lpstr>
      <vt:lpstr>Contest Problem Formulation</vt:lpstr>
      <vt:lpstr>Contest Flow</vt:lpstr>
      <vt:lpstr>Contest Infrastructure and Scripts</vt:lpstr>
      <vt:lpstr>Outline</vt:lpstr>
      <vt:lpstr>Benchmark Generation</vt:lpstr>
      <vt:lpstr>Benchmark Statistics</vt:lpstr>
      <vt:lpstr>Outline</vt:lpstr>
      <vt:lpstr>Evaluation Flow</vt:lpstr>
      <vt:lpstr>Evaluation Score</vt:lpstr>
      <vt:lpstr>Outline</vt:lpstr>
      <vt:lpstr>Submission Statistics</vt:lpstr>
      <vt:lpstr>Results Overview</vt:lpstr>
      <vt:lpstr>Results: Total Negative Slack </vt:lpstr>
      <vt:lpstr>Results: Total Slew Violation Difference</vt:lpstr>
      <vt:lpstr>Results: Load Capacitance Violation </vt:lpstr>
      <vt:lpstr>Results: Runtimes</vt:lpstr>
      <vt:lpstr>Results: Raw Scores</vt:lpstr>
      <vt:lpstr>Results: Final Scores</vt:lpstr>
      <vt:lpstr>Key Takeaways as Organizers</vt:lpstr>
      <vt:lpstr>Conclusion</vt:lpstr>
      <vt:lpstr>WINNERS !</vt:lpstr>
      <vt:lpstr>Third Place – Congratulations!</vt:lpstr>
      <vt:lpstr>Third Place – Congratulations!</vt:lpstr>
      <vt:lpstr>Third Place – Congratulations!</vt:lpstr>
      <vt:lpstr>THANK YOU </vt:lpstr>
      <vt:lpstr>Backup slides</vt:lpstr>
      <vt:lpstr>Third Place – Congratulations!</vt:lpstr>
      <vt:lpstr>Second Place – Congratulations!</vt:lpstr>
      <vt:lpstr>First Place – Congratulations!</vt:lpstr>
      <vt:lpstr>Moore’s Law and the Role of EDA</vt:lpstr>
      <vt:lpstr>Evaluation Score</vt:lpstr>
      <vt:lpstr>Evaluation Score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Vikram Gopalakrishnan</cp:lastModifiedBy>
  <cp:revision>56</cp:revision>
  <dcterms:modified xsi:type="dcterms:W3CDTF">2025-09-10T17:19:22Z</dcterms:modified>
</cp:coreProperties>
</file>